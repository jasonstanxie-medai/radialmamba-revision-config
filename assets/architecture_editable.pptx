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6e45c34308479a" /><Relationship Type="http://schemas.openxmlformats.org/officeDocument/2006/relationships/extended-properties" Target="/docProps/app.xml" Id="R7c511520b28944ae" /><Relationship Type="http://schemas.openxmlformats.org/officeDocument/2006/relationships/officeDocument" Target="/ppt/presentation.xml" Id="Ra9800a4ab08a446c" /></Relationships>
</file>

<file path=ppt/presentation.xml><?xml version="1.0" encoding="utf-8"?>
<p:presentation xmlns:p="http://schemas.openxmlformats.org/presentationml/2006/main">
  <p:sldMasterIdLst>
    <p:sldMasterId xmlns:r="http://schemas.openxmlformats.org/officeDocument/2006/relationships" id="2147483648" r:id="R2f80dcb3e58a4d8a"/>
  </p:sldMasterIdLst>
  <p:notesMasterIdLst>
    <p:notesMasterId xmlns:r="http://schemas.openxmlformats.org/officeDocument/2006/relationships" r:id="Rb457e770fab14225"/>
  </p:notesMasterIdLst>
  <p:sldIdLst>
    <p:sldId xmlns:r="http://schemas.openxmlformats.org/officeDocument/2006/relationships" id="256" r:id="R8052604e3b184762"/>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8326c01ce04846d8" /><Relationship Type="http://schemas.openxmlformats.org/officeDocument/2006/relationships/slideMaster" Target="/ppt/slideMasters/slideMaster1.xml" Id="R2f80dcb3e58a4d8a" /><Relationship Type="http://schemas.openxmlformats.org/officeDocument/2006/relationships/notesMaster" Target="/ppt/notesMasters/notesMaster1.xml" Id="Rb457e770fab14225" /><Relationship Type="http://schemas.openxmlformats.org/officeDocument/2006/relationships/presProps" Target="/ppt/presProps.xml" Id="R9409f52f146c45ed" /><Relationship Type="http://schemas.openxmlformats.org/officeDocument/2006/relationships/viewProps" Target="/ppt/viewProps.xml" Id="Rd9b2c46e9c4247cf" /><Relationship Type="http://schemas.openxmlformats.org/officeDocument/2006/relationships/tableStyles" Target="/ppt/tableStyles.xml" Id="R211bbe68fbfd4012" /><Relationship Type="http://schemas.openxmlformats.org/officeDocument/2006/relationships/slide" Target="/ppt/slides/slide1.xml" Id="R8052604e3b1847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ae62a1d47d48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77717c89754ac6" /><Relationship Type="http://schemas.openxmlformats.org/officeDocument/2006/relationships/notesMaster" Target="/ppt/notesMasters/notesMaster1.xml" Id="R70e99affa09d42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RadialMamba augments RGB patches with local x, y, r channels and uses the existing Swin-UMamba backbone for multiclass segmentation. The figure summarizes the encoder–decoder organization, skip connections and auxiliary Dice–Focal supervision. The internal SS2D scan operators remain unchanged. The coordinate channels refer to the current input patch rather than a catheter-centered anatomical reference. The primary matched comparison shares loss and sampling settings between the coordinate and RGB-only arms. Class weighting and VV-specific sampling belong to the separate joint refinement, not the primary recipe illustrated here. The clinical overlays are retained illustrative examples from the earlier development experiments, not new hold-out results. Source: author-provided Schema.pptx and the revision experiment handoff. The RGB/Cx/Cy/Cr artwork and concatenation bracket follow the author-provided original illustration. Cx, Cy and Cr each contribute one coordinate channel, giving six channels together with RGB. The illustrated radial map refers to the center of the current patch. The layered planes are a conceptual channel illustration. Homepage export: x denotes height and y denotes width. Deep-supervision weights are 4/7, 2/7, 1/7, 0. The medical images are an illustrative development case from the author-provided source figure, not results from the revised holdout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8f97df5e624ee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42e798d44824fb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258b8d32d12414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d5d30c9f792497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bde4b0eca0a48f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371783941124ab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5d56a1621eb430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517f1c9e22245c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2beafdae07b4f4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8e8f56328904a0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5123a1e80944dbb" /></Relationships>
</file>

<file path=ppt/slideLayouts/slideLayout1.xml><?xml version="1.0" encoding="utf-8"?>
<p:sldLayout xmlns:p="http://schemas.openxmlformats.org/presentationml/2006/main" type="title" preserve="1">
  <p:cSld name="标题幻灯片">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AFDBD90-EC79-4F9A-BB0B-7B92BF52D7AE}"/>
              </a:ext>
            </a:extLst>
          </p:cNvPr>
          <p:cNvSpPr>
            <a:spLocks xmlns:a="http://schemas.openxmlformats.org/drawingml/2006/main" noGrp="1"/>
          </p:cNvSpPr>
          <p:nvPr>
            <p:ph type="ctrTitle" idx="0"/>
          </p:nvPr>
        </p:nvSpPr>
        <p:spPr>
          <a:xfrm xmlns:a="http://schemas.openxmlformats.org/drawingml/2006/main">
            <a:off x="1198800" y="914400"/>
            <a:ext cx="9799200" cy="2570400"/>
          </a:xfrm>
        </p:spPr>
        <p:txBody>
          <a:bodyPr xmlns:a="http://schemas.openxmlformats.org/drawingml/2006/main" lIns="90000" tIns="46800" rIns="90000" bIns="46800" anchor="b">
            <a:normAutofit/>
          </a:bodyPr>
          <a:lstStyle xmlns:a="http://schemas.openxmlformats.org/drawingml/2006/main">
            <a:lvl1pPr algn="ctr">
              <a:buNone/>
              <a:defRPr sz="6000"/>
            </a:lvl1pPr>
          </a:lstStyle>
          <a:p xmlns:a="http://schemas.openxmlformats.org/drawingml/2006/main">
            <a:r>
              <a:t>单击此处编辑母版标题样式</a:t>
            </a:r>
            <a:endParaRPr/>
          </a:p>
        </p:txBody>
      </p:sp>
      <p:sp>
        <p:nvSpPr>
          <p:cNvPr id="3" name="副标题 2">
            <a:extLst xmlns:a="http://schemas.openxmlformats.org/drawingml/2006/main">
              <a:ext uri="{FF2B5EF4-FFF2-40B4-BE49-F238E27FC236}">
                <a16:creationId xmlns:a16="http://schemas.microsoft.com/office/drawing/2014/main" id="{7AB553F2-F516-4F1F-9364-C320813BBBB4}"/>
              </a:ext>
            </a:extLst>
          </p:cNvPr>
          <p:cNvSpPr>
            <a:spLocks xmlns:a="http://schemas.openxmlformats.org/drawingml/2006/main" noGrp="1"/>
          </p:cNvSpPr>
          <p:nvPr>
            <p:ph type="subTitle" idx="1"/>
          </p:nvPr>
        </p:nvSpPr>
        <p:spPr>
          <a:xfrm xmlns:a="http://schemas.openxmlformats.org/drawingml/2006/main">
            <a:off x="1198800" y="3560400"/>
            <a:ext cx="9799200" cy="1472400"/>
          </a:xfrm>
        </p:spPr>
        <p:txBody>
          <a:bodyPr xmlns:a="http://schemas.openxmlformats.org/drawingml/2006/main" lIns="90000" tIns="46800" rIns="90000" bIns="46800">
            <a:normAutofit/>
          </a:bodyPr>
          <a:lstStyle xmlns:a="http://schemas.openxmlformats.org/drawingml/2006/main">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单击此处编辑母版副标题样式</a:t>
            </a:r>
            <a:endParaRPr/>
          </a:p>
        </p:txBody>
      </p:sp>
      <p:sp>
        <p:nvSpPr>
          <p:cNvPr id="16" name="日期占位符 15">
            <a:extLst xmlns:a="http://schemas.openxmlformats.org/drawingml/2006/main">
              <a:ext uri="{FF2B5EF4-FFF2-40B4-BE49-F238E27FC236}">
                <a16:creationId xmlns:a16="http://schemas.microsoft.com/office/drawing/2014/main" id="{3EB9F4D5-6A97-496F-BF6C-2A8B1F77D04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17" name="页脚占位符 16">
            <a:extLst xmlns:a="http://schemas.openxmlformats.org/drawingml/2006/main">
              <a:ext uri="{FF2B5EF4-FFF2-40B4-BE49-F238E27FC236}">
                <a16:creationId xmlns:a16="http://schemas.microsoft.com/office/drawing/2014/main" id="{12689003-55E1-4D8E-87B1-349BFA73FDE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18" name="灯片编号占位符 17">
            <a:extLst xmlns:a="http://schemas.openxmlformats.org/drawingml/2006/main">
              <a:ext uri="{FF2B5EF4-FFF2-40B4-BE49-F238E27FC236}">
                <a16:creationId xmlns:a16="http://schemas.microsoft.com/office/drawing/2014/main" id="{325FC820-7A8B-4886-AA4F-6156F6FE838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5A9928D-7311-47FA-AC58-A93943710677}"/>
              </a:ext>
            </a:extLst>
          </p:cNvPr>
          <p:cNvSpPr>
            <a:spLocks xmlns:a="http://schemas.openxmlformats.org/drawingml/2006/main" noGrp="1"/>
          </p:cNvSpPr>
          <p:nvPr>
            <p:ph type="title" idx="0"/>
          </p:nvPr>
        </p:nvSpPr>
        <p:spPr>
          <a:xfrm xmlns:a="http://schemas.openxmlformats.org/drawingml/2006/main">
            <a:off x="608400" y="608400"/>
            <a:ext cx="10969200" cy="705600"/>
          </a:xfrm>
        </p:spPr>
        <p:txBody>
          <a:bodyPr xmlns:a="http://schemas.openxmlformats.org/drawingml/2006/main" vert="horz" lIns="90000" tIns="46800" rIns="90000" bIns="46800" anchor="ctr">
            <a:normAutofit/>
          </a:bodyPr>
          <a:lstStyle xmlns:a="http://schemas.openxmlformats.org/drawingml/2006/main"/>
          <a:p xmlns:a="http://schemas.openxmlformats.org/drawingml/2006/main">
            <a:pPr lvl="0">
              <a:buNone/>
            </a:pPr>
            <a:r>
              <a:t>单击此处编辑母版标题样式</a:t>
            </a:r>
            <a:endParaRPr/>
          </a:p>
        </p:txBody>
      </p:sp>
      <p:sp>
        <p:nvSpPr>
          <p:cNvPr id="3" name="内容占位符 2">
            <a:extLst xmlns:a="http://schemas.openxmlformats.org/drawingml/2006/main">
              <a:ext uri="{FF2B5EF4-FFF2-40B4-BE49-F238E27FC236}">
                <a16:creationId xmlns:a16="http://schemas.microsoft.com/office/drawing/2014/main" id="{302E09D9-3B74-476D-86FA-5E13F3F135E9}"/>
              </a:ext>
            </a:extLst>
          </p:cNvPr>
          <p:cNvSpPr>
            <a:spLocks xmlns:a="http://schemas.openxmlformats.org/drawingml/2006/main" noGrp="1"/>
          </p:cNvSpPr>
          <p:nvPr>
            <p:ph idx="1"/>
          </p:nvPr>
        </p:nvSpPr>
        <p:spPr>
          <a:xfrm xmlns:a="http://schemas.openxmlformats.org/drawingml/2006/main">
            <a:off x="608400" y="1490400"/>
            <a:ext cx="10969200" cy="4759200"/>
          </a:xfrm>
        </p:spPr>
        <p:txBody>
          <a:bodyPr xmlns:a="http://schemas.openxmlformats.org/drawingml/2006/main" vert="horz" lIns="90000" tIns="46800" rIns="90000" bIns="46800">
            <a:normAutofit/>
          </a:bodyPr>
          <a:lstStyle xmlns:a="http://schemas.openxmlformats.org/drawingml/2006/main"/>
          <a:p xmlns:a="http://schemas.openxmlformats.org/drawingml/2006/main">
            <a:pPr lvl="0">
              <a:buNone/>
            </a:pPr>
            <a:r>
              <a:t>单击此处编辑母版文本样式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4" name="日期占位符 3">
            <a:extLst xmlns:a="http://schemas.openxmlformats.org/drawingml/2006/main">
              <a:ext uri="{FF2B5EF4-FFF2-40B4-BE49-F238E27FC236}">
                <a16:creationId xmlns:a16="http://schemas.microsoft.com/office/drawing/2014/main" id="{8B673BA9-A63A-4521-B367-EB91CA6BCF9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页脚占位符 4">
            <a:extLst xmlns:a="http://schemas.openxmlformats.org/drawingml/2006/main">
              <a:ext uri="{FF2B5EF4-FFF2-40B4-BE49-F238E27FC236}">
                <a16:creationId xmlns:a16="http://schemas.microsoft.com/office/drawing/2014/main" id="{345C9297-7401-47F2-A0CA-FC018B1AB0A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A8A08904-5402-4C39-9F9D-03949900ABD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BC2869E-D74A-4EF5-A521-C64FA55EC18B}"/>
              </a:ext>
            </a:extLst>
          </p:cNvPr>
          <p:cNvSpPr>
            <a:spLocks xmlns:a="http://schemas.openxmlformats.org/drawingml/2006/main" noGrp="1"/>
          </p:cNvSpPr>
          <p:nvPr>
            <p:ph type="title" idx="0" hasCustomPrompt="1"/>
          </p:nvPr>
        </p:nvSpPr>
        <p:spPr>
          <a:xfrm xmlns:a="http://schemas.openxmlformats.org/drawingml/2006/main">
            <a:off x="1990800" y="3848400"/>
            <a:ext cx="7768800" cy="766800"/>
          </a:xfrm>
        </p:spPr>
        <p:txBody>
          <a:bodyPr xmlns:a="http://schemas.openxmlformats.org/drawingml/2006/main" lIns="90000" tIns="46800" rIns="90000" bIns="46800" anchor="b">
            <a:normAutofit/>
          </a:bodyPr>
          <a:lstStyle xmlns:a="http://schemas.openxmlformats.org/drawingml/2006/main">
            <a:lvl1pPr>
              <a:buNone/>
              <a:defRPr sz="4400"/>
            </a:lvl1pPr>
          </a:lstStyle>
          <a:p xmlns:a="http://schemas.openxmlformats.org/drawingml/2006/main">
            <a:r>
              <a:t>单击此处编辑标题</a:t>
            </a:r>
            <a:endParaRPr/>
          </a:p>
        </p:txBody>
      </p:sp>
      <p:sp>
        <p:nvSpPr>
          <p:cNvPr id="3" name="文本占位符 2">
            <a:extLst xmlns:a="http://schemas.openxmlformats.org/drawingml/2006/main">
              <a:ext uri="{FF2B5EF4-FFF2-40B4-BE49-F238E27FC236}">
                <a16:creationId xmlns:a16="http://schemas.microsoft.com/office/drawing/2014/main" id="{6E6AA0A8-915B-4280-A5F6-9660D0DDA6F3}"/>
              </a:ext>
            </a:extLst>
          </p:cNvPr>
          <p:cNvSpPr>
            <a:spLocks xmlns:a="http://schemas.openxmlformats.org/drawingml/2006/main" noGrp="1"/>
          </p:cNvSpPr>
          <p:nvPr>
            <p:ph type="body" idx="1" hasCustomPrompt="1"/>
          </p:nvPr>
        </p:nvSpPr>
        <p:spPr>
          <a:xfrm xmlns:a="http://schemas.openxmlformats.org/drawingml/2006/main">
            <a:off x="1990800" y="4615200"/>
            <a:ext cx="7768800" cy="867600"/>
          </a:xfrm>
        </p:spPr>
        <p:txBody>
          <a:bodyPr xmlns:a="http://schemas.openxmlformats.org/drawingml/2006/main" lIns="90000" tIns="46800" rIns="90000" bIns="46800">
            <a:normAutofit/>
          </a:bodyPr>
          <a:lstStyle xmlns:a="http://schemas.openxmlformats.org/drawingml/2006/main">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单击此处编辑文本</a:t>
            </a:r>
            <a:endParaRPr/>
          </a:p>
        </p:txBody>
      </p:sp>
      <p:sp>
        <p:nvSpPr>
          <p:cNvPr id="4" name="日期占位符 3">
            <a:extLst xmlns:a="http://schemas.openxmlformats.org/drawingml/2006/main">
              <a:ext uri="{FF2B5EF4-FFF2-40B4-BE49-F238E27FC236}">
                <a16:creationId xmlns:a16="http://schemas.microsoft.com/office/drawing/2014/main" id="{98A0AA38-A739-4C29-8076-B95F91C41A7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页脚占位符 4">
            <a:extLst xmlns:a="http://schemas.openxmlformats.org/drawingml/2006/main">
              <a:ext uri="{FF2B5EF4-FFF2-40B4-BE49-F238E27FC236}">
                <a16:creationId xmlns:a16="http://schemas.microsoft.com/office/drawing/2014/main" id="{481A5385-DA5B-4B51-82EF-D8783957D3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5D5B9DB8-2308-405C-BCDF-52D670703F2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31CB6CA-A959-411A-8BA5-D52F82DC9368}"/>
              </a:ext>
            </a:extLst>
          </p:cNvPr>
          <p:cNvSpPr>
            <a:spLocks xmlns:a="http://schemas.openxmlformats.org/drawingml/2006/main" noGrp="1"/>
          </p:cNvSpPr>
          <p:nvPr>
            <p:ph type="title" idx="0"/>
          </p:nvPr>
        </p:nvSpPr>
        <p:spPr>
          <a:xfrm xmlns:a="http://schemas.openxmlformats.org/drawingml/2006/main">
            <a:off x="608400" y="608400"/>
            <a:ext cx="10969200" cy="705600"/>
          </a:xfrm>
        </p:spPr>
        <p:txBody>
          <a:bodyPr xmlns:a="http://schemas.openxmlformats.org/drawingml/2006/main" vert="horz" lIns="90000" tIns="46800" rIns="90000" bIns="46800" anchor="ctr">
            <a:normAutofit/>
          </a:bodyPr>
          <a:lstStyle xmlns:a="http://schemas.openxmlformats.org/drawingml/2006/main"/>
          <a:p xmlns:a="http://schemas.openxmlformats.org/drawingml/2006/main">
            <a:pPr lvl="0">
              <a:buNone/>
            </a:pPr>
            <a:r>
              <a:t>单击此处编辑母版标题样式</a:t>
            </a:r>
            <a:endParaRPr/>
          </a:p>
        </p:txBody>
      </p:sp>
      <p:sp>
        <p:nvSpPr>
          <p:cNvPr id="3" name="内容占位符 2">
            <a:extLst xmlns:a="http://schemas.openxmlformats.org/drawingml/2006/main">
              <a:ext uri="{FF2B5EF4-FFF2-40B4-BE49-F238E27FC236}">
                <a16:creationId xmlns:a16="http://schemas.microsoft.com/office/drawing/2014/main" id="{55590D0A-39EE-4E94-B541-CDD2E2575A79}"/>
              </a:ext>
            </a:extLst>
          </p:cNvPr>
          <p:cNvSpPr>
            <a:spLocks xmlns:a="http://schemas.openxmlformats.org/drawingml/2006/main" noGrp="1"/>
          </p:cNvSpPr>
          <p:nvPr>
            <p:ph idx="1"/>
          </p:nvPr>
        </p:nvSpPr>
        <p:spPr>
          <a:xfrm xmlns:a="http://schemas.openxmlformats.org/drawingml/2006/main">
            <a:off x="608400" y="1501200"/>
            <a:ext cx="5176800" cy="4748400"/>
          </a:xfrm>
        </p:spPr>
        <p:txBody>
          <a:bodyPr xmlns:a="http://schemas.openxmlformats.org/drawingml/2006/main" vert="horz" lIns="90000" tIns="46800" rIns="90000" bIns="46800">
            <a:normAutofit/>
          </a:bodyPr>
          <a:lstStyle xmlns:a="http://schemas.openxmlformats.org/drawingml/2006/main"/>
          <a:p xmlns:a="http://schemas.openxmlformats.org/drawingml/2006/main">
            <a:pPr lvl="0">
              <a:buNone/>
            </a:pPr>
            <a:r>
              <a:t>单击此处编辑母版文本样式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4" name="内容占位符 3">
            <a:extLst xmlns:a="http://schemas.openxmlformats.org/drawingml/2006/main">
              <a:ext uri="{FF2B5EF4-FFF2-40B4-BE49-F238E27FC236}">
                <a16:creationId xmlns:a16="http://schemas.microsoft.com/office/drawing/2014/main" id="{29B46B32-1F30-4E9D-972E-9EB03FE05DA1}"/>
              </a:ext>
            </a:extLst>
          </p:cNvPr>
          <p:cNvSpPr>
            <a:spLocks xmlns:a="http://schemas.openxmlformats.org/drawingml/2006/main" noGrp="1"/>
          </p:cNvSpPr>
          <p:nvPr>
            <p:ph idx="2"/>
          </p:nvPr>
        </p:nvSpPr>
        <p:spPr>
          <a:xfrm xmlns:a="http://schemas.openxmlformats.org/drawingml/2006/main">
            <a:off x="6411600" y="1501200"/>
            <a:ext cx="5176800" cy="4748400"/>
          </a:xfrm>
        </p:spPr>
        <p:txBody>
          <a:bodyPr xmlns:a="http://schemas.openxmlformats.org/drawingml/2006/main" lIns="90000" tIns="46800" rIns="90000" bIns="46800">
            <a:normAutofit/>
          </a:bodyPr>
          <a:lstStyle xmlns:a="http://schemas.openxmlformats.org/drawingml/2006/main"/>
          <a:p xmlns:a="http://schemas.openxmlformats.org/drawingml/2006/main">
            <a:pPr lvl="0">
              <a:buNone/>
            </a:pPr>
            <a:r>
              <a:t>单击此处编辑母版文本样式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5" name="日期占位符 4">
            <a:extLst xmlns:a="http://schemas.openxmlformats.org/drawingml/2006/main">
              <a:ext uri="{FF2B5EF4-FFF2-40B4-BE49-F238E27FC236}">
                <a16:creationId xmlns:a16="http://schemas.microsoft.com/office/drawing/2014/main" id="{0CB622F5-FE17-4275-99C9-EADB265F02E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页脚占位符 5">
            <a:extLst xmlns:a="http://schemas.openxmlformats.org/drawingml/2006/main">
              <a:ext uri="{FF2B5EF4-FFF2-40B4-BE49-F238E27FC236}">
                <a16:creationId xmlns:a16="http://schemas.microsoft.com/office/drawing/2014/main" id="{6C00BE14-F940-49CC-A87B-D6DE442C1F7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4AE4DC55-32E6-4F0F-837F-A0472C01ADF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E2B3BB3-457C-43F3-B921-54BA80F5DA7F}"/>
              </a:ext>
            </a:extLst>
          </p:cNvPr>
          <p:cNvSpPr>
            <a:spLocks xmlns:a="http://schemas.openxmlformats.org/drawingml/2006/main" noGrp="1"/>
          </p:cNvSpPr>
          <p:nvPr>
            <p:ph type="title" idx="0"/>
          </p:nvPr>
        </p:nvSpPr>
        <p:spPr>
          <a:xfrm xmlns:a="http://schemas.openxmlformats.org/drawingml/2006/main">
            <a:off x="608400" y="608400"/>
            <a:ext cx="10969200" cy="705600"/>
          </a:xfrm>
        </p:spPr>
        <p:txBody>
          <a:bodyPr xmlns:a="http://schemas.openxmlformats.org/drawingml/2006/main" vert="horz" lIns="90000" tIns="46800" rIns="90000" bIns="46800" anchor="ctr">
            <a:normAutofit/>
          </a:bodyPr>
          <a:lstStyle xmlns:a="http://schemas.openxmlformats.org/drawingml/2006/main"/>
          <a:p xmlns:a="http://schemas.openxmlformats.org/drawingml/2006/main">
            <a:pPr lvl="0">
              <a:buNone/>
            </a:pPr>
            <a:r>
              <a:t>单击此处编辑母版标题样式</a:t>
            </a:r>
            <a:endParaRPr/>
          </a:p>
        </p:txBody>
      </p:sp>
      <p:sp>
        <p:nvSpPr>
          <p:cNvPr id="3" name="文本占位符 2">
            <a:extLst xmlns:a="http://schemas.openxmlformats.org/drawingml/2006/main">
              <a:ext uri="{FF2B5EF4-FFF2-40B4-BE49-F238E27FC236}">
                <a16:creationId xmlns:a16="http://schemas.microsoft.com/office/drawing/2014/main" id="{0A6F7432-FACE-4FFE-A59B-24396301F58F}"/>
              </a:ext>
            </a:extLst>
          </p:cNvPr>
          <p:cNvSpPr>
            <a:spLocks xmlns:a="http://schemas.openxmlformats.org/drawingml/2006/main" noGrp="1"/>
          </p:cNvSpPr>
          <p:nvPr>
            <p:ph type="body" idx="1" hasCustomPrompt="1"/>
          </p:nvPr>
        </p:nvSpPr>
        <p:spPr>
          <a:xfrm xmlns:a="http://schemas.openxmlformats.org/drawingml/2006/main">
            <a:off x="608400" y="1404000"/>
            <a:ext cx="5342400" cy="414000"/>
          </a:xfrm>
        </p:spPr>
        <p:txBody>
          <a:bodyPr xmlns:a="http://schemas.openxmlformats.org/drawingml/2006/main" lIns="101600" tIns="38100" rIns="76200" bIns="38100" anchor="t">
            <a:normAutofit/>
          </a:bodyPr>
          <a:lstStyle xmlns:a="http://schemas.openxmlformats.org/drawingml/2006/main">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单击此处编辑文本</a:t>
            </a:r>
            <a:endParaRPr/>
          </a:p>
        </p:txBody>
      </p:sp>
      <p:sp>
        <p:nvSpPr>
          <p:cNvPr id="4" name="内容占位符 3">
            <a:extLst xmlns:a="http://schemas.openxmlformats.org/drawingml/2006/main">
              <a:ext uri="{FF2B5EF4-FFF2-40B4-BE49-F238E27FC236}">
                <a16:creationId xmlns:a16="http://schemas.microsoft.com/office/drawing/2014/main" id="{E32446BF-2692-4FDC-844D-A4D96A022B4D}"/>
              </a:ext>
            </a:extLst>
          </p:cNvPr>
          <p:cNvSpPr>
            <a:spLocks xmlns:a="http://schemas.openxmlformats.org/drawingml/2006/main" noGrp="1"/>
          </p:cNvSpPr>
          <p:nvPr>
            <p:ph idx="2"/>
          </p:nvPr>
        </p:nvSpPr>
        <p:spPr>
          <a:xfrm xmlns:a="http://schemas.openxmlformats.org/drawingml/2006/main">
            <a:off x="608400" y="1854000"/>
            <a:ext cx="5342400" cy="4395600"/>
          </a:xfrm>
        </p:spPr>
        <p:txBody>
          <a:bodyPr xmlns:a="http://schemas.openxmlformats.org/drawingml/2006/main" vert="horz" lIns="101600" tIns="0" rIns="82550" bIns="0">
            <a:normAutofit/>
          </a:bodyPr>
          <a:lstStyle xmlns:a="http://schemas.openxmlformats.org/drawingml/2006/main"/>
          <a:p xmlns:a="http://schemas.openxmlformats.org/drawingml/2006/main">
            <a:pPr lvl="0">
              <a:buNone/>
            </a:pPr>
            <a:r>
              <a:t>单击此处编辑母版文本样式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5" name="文本占位符 4">
            <a:extLst xmlns:a="http://schemas.openxmlformats.org/drawingml/2006/main">
              <a:ext uri="{FF2B5EF4-FFF2-40B4-BE49-F238E27FC236}">
                <a16:creationId xmlns:a16="http://schemas.microsoft.com/office/drawing/2014/main" id="{B6FC14EA-6C66-427A-A5EB-1D98A93B6AF7}"/>
              </a:ext>
            </a:extLst>
          </p:cNvPr>
          <p:cNvSpPr>
            <a:spLocks xmlns:a="http://schemas.openxmlformats.org/drawingml/2006/main" noGrp="1"/>
          </p:cNvSpPr>
          <p:nvPr>
            <p:ph type="body" idx="3" hasCustomPrompt="1"/>
          </p:nvPr>
        </p:nvSpPr>
        <p:spPr>
          <a:xfrm xmlns:a="http://schemas.openxmlformats.org/drawingml/2006/main">
            <a:off x="6235750" y="1404000"/>
            <a:ext cx="5342400" cy="414000"/>
          </a:xfrm>
        </p:spPr>
        <p:txBody>
          <a:bodyPr xmlns:a="http://schemas.openxmlformats.org/drawingml/2006/main" vert="horz" lIns="101600" tIns="38100" rIns="76200" bIns="38100" anchor="t">
            <a:normAutofit/>
          </a:bodyPr>
          <a:lstStyle xmlns:a="http://schemas.openxmlformats.org/drawingml/2006/main">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单击此处编辑文本</a:t>
            </a:r>
            <a:endParaRPr/>
          </a:p>
        </p:txBody>
      </p:sp>
      <p:sp>
        <p:nvSpPr>
          <p:cNvPr id="6" name="内容占位符 5">
            <a:extLst xmlns:a="http://schemas.openxmlformats.org/drawingml/2006/main">
              <a:ext uri="{FF2B5EF4-FFF2-40B4-BE49-F238E27FC236}">
                <a16:creationId xmlns:a16="http://schemas.microsoft.com/office/drawing/2014/main" id="{EEDE8F3D-04DB-4E53-BAF7-8A4AAF01ACA1}"/>
              </a:ext>
            </a:extLst>
          </p:cNvPr>
          <p:cNvSpPr>
            <a:spLocks xmlns:a="http://schemas.openxmlformats.org/drawingml/2006/main" noGrp="1"/>
          </p:cNvSpPr>
          <p:nvPr>
            <p:ph idx="4"/>
          </p:nvPr>
        </p:nvSpPr>
        <p:spPr>
          <a:xfrm xmlns:a="http://schemas.openxmlformats.org/drawingml/2006/main">
            <a:off x="6235750" y="1854000"/>
            <a:ext cx="5342400" cy="4395600"/>
          </a:xfrm>
        </p:spPr>
        <p:txBody>
          <a:bodyPr xmlns:a="http://schemas.openxmlformats.org/drawingml/2006/main" vert="horz" lIns="101600" tIns="0" rIns="82550" bIns="0">
            <a:normAutofit/>
          </a:bodyPr>
          <a:lstStyle xmlns:a="http://schemas.openxmlformats.org/drawingml/2006/main"/>
          <a:p xmlns:a="http://schemas.openxmlformats.org/drawingml/2006/main">
            <a:pPr lvl="0">
              <a:buNone/>
            </a:pPr>
            <a:r>
              <a:t>单击此处编辑母版文本样式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7" name="日期占位符 6">
            <a:extLst xmlns:a="http://schemas.openxmlformats.org/drawingml/2006/main">
              <a:ext uri="{FF2B5EF4-FFF2-40B4-BE49-F238E27FC236}">
                <a16:creationId xmlns:a16="http://schemas.microsoft.com/office/drawing/2014/main" id="{D622543D-7BCC-42BE-A83C-E60D53E39FD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8" name="页脚占位符 7">
            <a:extLst xmlns:a="http://schemas.openxmlformats.org/drawingml/2006/main">
              <a:ext uri="{FF2B5EF4-FFF2-40B4-BE49-F238E27FC236}">
                <a16:creationId xmlns:a16="http://schemas.microsoft.com/office/drawing/2014/main" id="{1A810391-7D58-42A5-94FB-096A7F3A920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灯片编号占位符 8">
            <a:extLst xmlns:a="http://schemas.openxmlformats.org/drawingml/2006/main">
              <a:ext uri="{FF2B5EF4-FFF2-40B4-BE49-F238E27FC236}">
                <a16:creationId xmlns:a16="http://schemas.microsoft.com/office/drawing/2014/main" id="{2F663284-2A98-49E5-A703-0C01764D58D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2F22EBC-37AD-44B2-8F46-4743DCCC3D05}"/>
              </a:ext>
            </a:extLst>
          </p:cNvPr>
          <p:cNvSpPr>
            <a:spLocks xmlns:a="http://schemas.openxmlformats.org/drawingml/2006/main" noGrp="1"/>
          </p:cNvSpPr>
          <p:nvPr>
            <p:ph type="title" idx="0"/>
          </p:nvPr>
        </p:nvSpPr>
        <p:spPr>
          <a:xfrm xmlns:a="http://schemas.openxmlformats.org/drawingml/2006/main">
            <a:off x="608400" y="608400"/>
            <a:ext cx="10969200" cy="705600"/>
          </a:xfrm>
        </p:spPr>
        <p:txBody>
          <a:bodyPr xmlns:a="http://schemas.openxmlformats.org/drawingml/2006/main" vert="horz" lIns="90000" tIns="46800" rIns="90000" bIns="46800" anchor="ctr">
            <a:normAutofit/>
          </a:bodyPr>
          <a:lstStyle xmlns:a="http://schemas.openxmlformats.org/drawingml/2006/main"/>
          <a:p xmlns:a="http://schemas.openxmlformats.org/drawingml/2006/main">
            <a:pPr lvl="0">
              <a:buNone/>
            </a:pPr>
            <a:r>
              <a:t>单击此处编辑母版标题样式</a:t>
            </a:r>
            <a:endParaRPr/>
          </a:p>
        </p:txBody>
      </p:sp>
      <p:sp>
        <p:nvSpPr>
          <p:cNvPr id="3" name="日期占位符 2">
            <a:extLst xmlns:a="http://schemas.openxmlformats.org/drawingml/2006/main">
              <a:ext uri="{FF2B5EF4-FFF2-40B4-BE49-F238E27FC236}">
                <a16:creationId xmlns:a16="http://schemas.microsoft.com/office/drawing/2014/main" id="{6413C355-00D1-4250-A0B7-CE92CE3FA99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4" name="页脚占位符 3">
            <a:extLst xmlns:a="http://schemas.openxmlformats.org/drawingml/2006/main">
              <a:ext uri="{FF2B5EF4-FFF2-40B4-BE49-F238E27FC236}">
                <a16:creationId xmlns:a16="http://schemas.microsoft.com/office/drawing/2014/main" id="{65FD2E8E-2B4A-4B60-A9B5-A974738BC48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灯片编号占位符 4">
            <a:extLst xmlns:a="http://schemas.openxmlformats.org/drawingml/2006/main">
              <a:ext uri="{FF2B5EF4-FFF2-40B4-BE49-F238E27FC236}">
                <a16:creationId xmlns:a16="http://schemas.microsoft.com/office/drawing/2014/main" id="{710CD86C-52B5-4A1B-BC37-81D6B076311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日期占位符 1">
            <a:extLst xmlns:a="http://schemas.openxmlformats.org/drawingml/2006/main">
              <a:ext uri="{FF2B5EF4-FFF2-40B4-BE49-F238E27FC236}">
                <a16:creationId xmlns:a16="http://schemas.microsoft.com/office/drawing/2014/main" id="{260A62AE-0A96-4B21-BCD1-61FA009AE4B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3" name="页脚占位符 2">
            <a:extLst xmlns:a="http://schemas.openxmlformats.org/drawingml/2006/main">
              <a:ext uri="{FF2B5EF4-FFF2-40B4-BE49-F238E27FC236}">
                <a16:creationId xmlns:a16="http://schemas.microsoft.com/office/drawing/2014/main" id="{75A5022B-6901-41BF-8DC4-E45E1F002BB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灯片编号占位符 3">
            <a:extLst xmlns:a="http://schemas.openxmlformats.org/drawingml/2006/main">
              <a:ext uri="{FF2B5EF4-FFF2-40B4-BE49-F238E27FC236}">
                <a16:creationId xmlns:a16="http://schemas.microsoft.com/office/drawing/2014/main" id="{5A77049A-8025-4733-9FF6-BFA5AB581DB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8.xml><?xml version="1.0" encoding="utf-8"?>
<p:sldLayout xmlns:p="http://schemas.openxmlformats.org/presentationml/2006/main" preserve="1" userDrawn="1">
  <p:cSld name="图片与标题">
    <p:spTree>
      <p:nvGrpSpPr>
        <p:cNvPr id="1" name=""/>
        <p:cNvGrpSpPr/>
        <p:nvPr/>
      </p:nvGrpSpPr>
      <p:grpSpPr>
        <a:xfrm xmlns:a="http://schemas.openxmlformats.org/drawingml/2006/main"/>
      </p:grpSpPr>
      <p:sp>
        <p:nvSpPr>
          <p:cNvPr id="3" name="图片占位符 2">
            <a:extLst xmlns:a="http://schemas.openxmlformats.org/drawingml/2006/main">
              <a:ext uri="{FF2B5EF4-FFF2-40B4-BE49-F238E27FC236}">
                <a16:creationId xmlns:a16="http://schemas.microsoft.com/office/drawing/2014/main" id="{FB0B18A8-A6C0-4BB6-8112-999F903FF8C4}"/>
              </a:ext>
            </a:extLst>
          </p:cNvPr>
          <p:cNvSpPr>
            <a:spLocks xmlns:a="http://schemas.openxmlformats.org/drawingml/2006/main" noGrp="1"/>
          </p:cNvSpPr>
          <p:nvPr>
            <p:ph type="pic" idx="1"/>
          </p:nvPr>
        </p:nvSpPr>
        <p:spPr>
          <a:xfrm xmlns:a="http://schemas.openxmlformats.org/drawingml/2006/main">
            <a:off x="608400" y="1555200"/>
            <a:ext cx="5233077" cy="4608000"/>
          </a:xfrm>
        </p:spPr>
        <p:txBody>
          <a:bodyPr xmlns:a="http://schemas.openxmlformats.org/drawingml/2006/main" vert="horz" lIns="90000" tIns="46800" rIns="90000" bIns="46800">
            <a:normAutofit/>
          </a:bodyPr>
          <a:lstStyle xmlns:a="http://schemas.openxmlformats.org/drawingml/2006/main">
            <a:lvl1pPr>
              <a:buNone/>
              <a:defRPr sz="1600"/>
            </a:lvl1pPr>
          </a:lstStyle>
          <a:p xmlns:a="http://schemas.openxmlformats.org/drawingml/2006/main">
            <a:pPr lvl="0">
              <a:buNone/>
            </a:pPr>
            <a:endParaRPr/>
          </a:p>
        </p:txBody>
      </p:sp>
      <p:sp>
        <p:nvSpPr>
          <p:cNvPr id="4" name="文本占位符 3">
            <a:extLst xmlns:a="http://schemas.openxmlformats.org/drawingml/2006/main">
              <a:ext uri="{FF2B5EF4-FFF2-40B4-BE49-F238E27FC236}">
                <a16:creationId xmlns:a16="http://schemas.microsoft.com/office/drawing/2014/main" id="{584AA548-9BA5-468A-9B32-E6047FFDF829}"/>
              </a:ext>
            </a:extLst>
          </p:cNvPr>
          <p:cNvSpPr>
            <a:spLocks xmlns:a="http://schemas.openxmlformats.org/drawingml/2006/main" noGrp="1"/>
          </p:cNvSpPr>
          <p:nvPr>
            <p:ph type="body" idx="2"/>
          </p:nvPr>
        </p:nvSpPr>
        <p:spPr>
          <a:xfrm xmlns:a="http://schemas.openxmlformats.org/drawingml/2006/main">
            <a:off x="6350400" y="1555200"/>
            <a:ext cx="5227200" cy="4608000"/>
          </a:xfrm>
        </p:spPr>
        <p:txBody>
          <a:bodyPr xmlns:a="http://schemas.openxmlformats.org/drawingml/2006/main" vert="horz" lIns="90000" tIns="46800" rIns="90000" bIns="46800">
            <a:normAutofit/>
          </a:bodyPr>
          <a:lstStyle xmlns:a="http://schemas.openxmlformats.org/drawingml/2006/main">
            <a:lvl1pPr>
              <a:buNone/>
              <a:defRPr sz="1600"/>
            </a:lvl1pPr>
          </a:lstStyle>
          <a:p xmlns:a="http://schemas.openxmlformats.org/drawingml/2006/main">
            <a:pPr lvl="0">
              <a:buNone/>
            </a:pPr>
            <a:r>
              <a:t>单击此处编辑母版文本样式</a:t>
            </a:r>
            <a:endParaRPr/>
          </a:p>
        </p:txBody>
      </p:sp>
      <p:sp>
        <p:nvSpPr>
          <p:cNvPr id="5" name="日期占位符 4">
            <a:extLst xmlns:a="http://schemas.openxmlformats.org/drawingml/2006/main">
              <a:ext uri="{FF2B5EF4-FFF2-40B4-BE49-F238E27FC236}">
                <a16:creationId xmlns:a16="http://schemas.microsoft.com/office/drawing/2014/main" id="{732E3541-0FDC-47C7-A11F-1907DEF45F2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页脚占位符 5">
            <a:extLst xmlns:a="http://schemas.openxmlformats.org/drawingml/2006/main">
              <a:ext uri="{FF2B5EF4-FFF2-40B4-BE49-F238E27FC236}">
                <a16:creationId xmlns:a16="http://schemas.microsoft.com/office/drawing/2014/main" id="{5252D44B-F139-4554-9941-2CD8E10CB7E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667E0C37-9724-4998-A479-C88171132DC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
        <p:nvSpPr>
          <p:cNvPr id="9" name="标题 8">
            <a:extLst xmlns:a="http://schemas.openxmlformats.org/drawingml/2006/main">
              <a:ext uri="{FF2B5EF4-FFF2-40B4-BE49-F238E27FC236}">
                <a16:creationId xmlns:a16="http://schemas.microsoft.com/office/drawing/2014/main" id="{EB3D211F-B58F-48B8-BBB9-5A1F8410F4F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endParaRPr/>
          </a:p>
        </p:txBody>
      </p:sp>
    </p:spTree>
  </p:cSld>
</p:sldLayout>
</file>

<file path=ppt/slideLayouts/slideLayout9.xml><?xml version="1.0" encoding="utf-8"?>
<p:sldLayout xmlns:p="http://schemas.openxmlformats.org/presentationml/2006/main" type="vertTitleAndTx" preserve="1">
  <p:cSld name="竖排标题与文本">
    <p:spTree>
      <p:nvGrpSpPr>
        <p:cNvPr id="1" name=""/>
        <p:cNvGrpSpPr/>
        <p:nvPr/>
      </p:nvGrpSpPr>
      <p:grpSpPr>
        <a:xfrm xmlns:a="http://schemas.openxmlformats.org/drawingml/2006/main"/>
      </p:grpSpPr>
      <p:sp>
        <p:nvSpPr>
          <p:cNvPr id="2" name="竖排标题 1">
            <a:extLst xmlns:a="http://schemas.openxmlformats.org/drawingml/2006/main">
              <a:ext uri="{FF2B5EF4-FFF2-40B4-BE49-F238E27FC236}">
                <a16:creationId xmlns:a16="http://schemas.microsoft.com/office/drawing/2014/main" id="{F7456C64-1AEF-411A-B590-3C036C1F62DC}"/>
              </a:ext>
            </a:extLst>
          </p:cNvPr>
          <p:cNvSpPr>
            <a:spLocks xmlns:a="http://schemas.openxmlformats.org/drawingml/2006/main" noGrp="1"/>
          </p:cNvSpPr>
          <p:nvPr>
            <p:ph type="title" idx="0" hasCustomPrompt="1"/>
          </p:nvPr>
        </p:nvSpPr>
        <p:spPr>
          <a:xfrm xmlns:a="http://schemas.openxmlformats.org/drawingml/2006/main">
            <a:off x="10234800" y="914400"/>
            <a:ext cx="1044000" cy="5029200"/>
          </a:xfrm>
        </p:spPr>
        <p:txBody>
          <a:bodyPr xmlns:a="http://schemas.openxmlformats.org/drawingml/2006/main" vert="eaVert" lIns="90000" tIns="46800" rIns="90000" bIns="46800" anchor="ctr">
            <a:normAutofit/>
          </a:bodyPr>
          <a:lstStyle xmlns:a="http://schemas.openxmlformats.org/drawingml/2006/main">
            <a:lvl1pPr>
              <a:buNone/>
              <a:defRPr sz="2800"/>
            </a:lvl1pPr>
          </a:lstStyle>
          <a:p xmlns:a="http://schemas.openxmlformats.org/drawingml/2006/main">
            <a:pPr lvl="0">
              <a:buNone/>
            </a:pPr>
            <a:r>
              <a:t>单击此处编辑标题</a:t>
            </a:r>
            <a:endParaRPr/>
          </a:p>
        </p:txBody>
      </p:sp>
      <p:sp>
        <p:nvSpPr>
          <p:cNvPr id="3" name="竖排文字占位符 2">
            <a:extLst xmlns:a="http://schemas.openxmlformats.org/drawingml/2006/main">
              <a:ext uri="{FF2B5EF4-FFF2-40B4-BE49-F238E27FC236}">
                <a16:creationId xmlns:a16="http://schemas.microsoft.com/office/drawing/2014/main" id="{5151A9F2-FD20-4268-90CD-1A36DFE19D1F}"/>
              </a:ext>
            </a:extLst>
          </p:cNvPr>
          <p:cNvSpPr>
            <a:spLocks xmlns:a="http://schemas.openxmlformats.org/drawingml/2006/main" noGrp="1"/>
          </p:cNvSpPr>
          <p:nvPr>
            <p:ph type="body" idx="1"/>
          </p:nvPr>
        </p:nvSpPr>
        <p:spPr>
          <a:xfrm xmlns:a="http://schemas.openxmlformats.org/drawingml/2006/main">
            <a:off x="914400" y="914400"/>
            <a:ext cx="9169200" cy="5029200"/>
          </a:xfrm>
        </p:spPr>
        <p:txBody>
          <a:bodyPr xmlns:a="http://schemas.openxmlformats.org/drawingml/2006/main" vert="eaVert" lIns="46800" tIns="46800" rIns="46800" bIns="46800"/>
          <a:lstStyle xmlns:a="http://schemas.openxmlformats.org/drawingml/2006/main">
            <a:lvl1pPr marL="228600" indent="-228600">
              <a:spcAft>
                <a:spcPts val="1000"/>
              </a:spcAft>
              <a:buNone/>
              <a:defRPr spc="300"/>
            </a:lvl1pPr>
            <a:lvl2pPr marL="685800" indent="-228600">
              <a:buNone/>
              <a:defRPr spc="300"/>
            </a:lvl2pPr>
            <a:lvl3pPr marL="1143000" indent="-228600">
              <a:buNone/>
              <a:defRPr spc="300"/>
            </a:lvl3pPr>
            <a:lvl4pPr marL="1600200" indent="-228600">
              <a:buNone/>
              <a:defRPr spc="300"/>
            </a:lvl4pPr>
            <a:lvl5pPr marL="2057400" indent="-228600">
              <a:buNone/>
              <a:defRPr spc="300"/>
            </a:lvl5pPr>
          </a:lstStyle>
          <a:p xmlns:a="http://schemas.openxmlformats.org/drawingml/2006/main">
            <a:pPr lvl="0">
              <a:buNone/>
            </a:pPr>
            <a:r>
              <a:t>单击此处编辑母版文本样式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4" name="日期占位符 3">
            <a:extLst xmlns:a="http://schemas.openxmlformats.org/drawingml/2006/main">
              <a:ext uri="{FF2B5EF4-FFF2-40B4-BE49-F238E27FC236}">
                <a16:creationId xmlns:a16="http://schemas.microsoft.com/office/drawing/2014/main" id="{6232EA17-AF0E-4F4E-8BCE-97A517B00BC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页脚占位符 4">
            <a:extLst xmlns:a="http://schemas.openxmlformats.org/drawingml/2006/main">
              <a:ext uri="{FF2B5EF4-FFF2-40B4-BE49-F238E27FC236}">
                <a16:creationId xmlns:a16="http://schemas.microsoft.com/office/drawing/2014/main" id="{88EC7A51-6251-4EF4-8367-02FC103FC60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0D8093E5-26DC-4E79-8E50-E2D1A50C95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0.xml><?xml version="1.0" encoding="utf-8"?>
<p:sldLayout xmlns:p="http://schemas.openxmlformats.org/presentationml/2006/main" preserve="1" userDrawn="1">
  <p:cSld name="内容">
    <p:spTree>
      <p:nvGrpSpPr>
        <p:cNvPr id="1" name=""/>
        <p:cNvGrpSpPr/>
        <p:nvPr/>
      </p:nvGrpSpPr>
      <p:grpSpPr>
        <a:xfrm xmlns:a="http://schemas.openxmlformats.org/drawingml/2006/main"/>
      </p:grpSpPr>
      <p:sp>
        <p:nvSpPr>
          <p:cNvPr id="3" name="日期占位符 2">
            <a:extLst xmlns:a="http://schemas.openxmlformats.org/drawingml/2006/main">
              <a:ext uri="{FF2B5EF4-FFF2-40B4-BE49-F238E27FC236}">
                <a16:creationId xmlns:a16="http://schemas.microsoft.com/office/drawing/2014/main" id="{1AE6907A-418B-46EC-A32E-EE712457B95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4" name="页脚占位符 3">
            <a:extLst xmlns:a="http://schemas.openxmlformats.org/drawingml/2006/main">
              <a:ext uri="{FF2B5EF4-FFF2-40B4-BE49-F238E27FC236}">
                <a16:creationId xmlns:a16="http://schemas.microsoft.com/office/drawing/2014/main" id="{CC3C9B36-96F2-49DE-91A3-D0AB247269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灯片编号占位符 4">
            <a:extLst xmlns:a="http://schemas.openxmlformats.org/drawingml/2006/main">
              <a:ext uri="{FF2B5EF4-FFF2-40B4-BE49-F238E27FC236}">
                <a16:creationId xmlns:a16="http://schemas.microsoft.com/office/drawing/2014/main" id="{3F9CD2C1-5C65-46F2-B311-049E434892D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
        <p:nvSpPr>
          <p:cNvPr id="7" name="内容占位符 6">
            <a:extLst xmlns:a="http://schemas.openxmlformats.org/drawingml/2006/main">
              <a:ext uri="{FF2B5EF4-FFF2-40B4-BE49-F238E27FC236}">
                <a16:creationId xmlns:a16="http://schemas.microsoft.com/office/drawing/2014/main" id="{5025CAFD-0239-405C-A403-7E9193D6091E}"/>
              </a:ext>
            </a:extLst>
          </p:cNvPr>
          <p:cNvSpPr>
            <a:spLocks xmlns:a="http://schemas.openxmlformats.org/drawingml/2006/main" noGrp="1"/>
          </p:cNvSpPr>
          <p:nvPr>
            <p:ph idx="13"/>
          </p:nvPr>
        </p:nvSpPr>
        <p:spPr>
          <a:xfrm xmlns:a="http://schemas.openxmlformats.org/drawingml/2006/main">
            <a:off x="608400" y="774000"/>
            <a:ext cx="10972800" cy="5482800"/>
          </a:xfrm>
        </p:spPr>
        <p:txBody>
          <a:bodyPr xmlns:a="http://schemas.openxmlformats.org/drawingml/2006/main"/>
          <a:lstStyle xmlns:a="http://schemas.openxmlformats.org/drawingml/2006/main"/>
          <a:p xmlns:a="http://schemas.openxmlformats.org/drawingml/2006/main">
            <a:pPr lvl="0">
              <a:buNone/>
            </a:pPr>
            <a:r>
              <a:t>单击此处编辑母版文本样式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Tree>
  </p:cSld>
</p:sldLayout>
</file>

<file path=ppt/slideLayouts/slideLayout11.xml><?xml version="1.0" encoding="utf-8"?>
<p:sldLayout xmlns:p="http://schemas.openxmlformats.org/presentationml/2006/main" preserve="1" userDrawn="1">
  <p:cSld name="末尾幻灯片">
    <p:spTree>
      <p:nvGrpSpPr>
        <p:cNvPr id="1" name=""/>
        <p:cNvGrpSpPr/>
        <p:nvPr/>
      </p:nvGrpSpPr>
      <p:grpSpPr>
        <a:xfrm xmlns:a="http://schemas.openxmlformats.org/drawingml/2006/main"/>
      </p:grpSpPr>
      <p:sp>
        <p:nvSpPr>
          <p:cNvPr id="3" name="日期占位符 2">
            <a:extLst xmlns:a="http://schemas.openxmlformats.org/drawingml/2006/main">
              <a:ext uri="{FF2B5EF4-FFF2-40B4-BE49-F238E27FC236}">
                <a16:creationId xmlns:a16="http://schemas.microsoft.com/office/drawing/2014/main" id="{F53BDB79-8B55-47E8-BCA9-0682ED4A9C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4" name="页脚占位符 3">
            <a:extLst xmlns:a="http://schemas.openxmlformats.org/drawingml/2006/main">
              <a:ext uri="{FF2B5EF4-FFF2-40B4-BE49-F238E27FC236}">
                <a16:creationId xmlns:a16="http://schemas.microsoft.com/office/drawing/2014/main" id="{5F9743A2-CDBA-4AF3-B0BE-7718CB785D8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灯片编号占位符 4">
            <a:extLst xmlns:a="http://schemas.openxmlformats.org/drawingml/2006/main">
              <a:ext uri="{FF2B5EF4-FFF2-40B4-BE49-F238E27FC236}">
                <a16:creationId xmlns:a16="http://schemas.microsoft.com/office/drawing/2014/main" id="{825D62FB-2E45-49D3-8043-84E46EDA615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
        <p:nvSpPr>
          <p:cNvPr id="2" name="标题 1">
            <a:extLst xmlns:a="http://schemas.openxmlformats.org/drawingml/2006/main">
              <a:ext uri="{FF2B5EF4-FFF2-40B4-BE49-F238E27FC236}">
                <a16:creationId xmlns:a16="http://schemas.microsoft.com/office/drawing/2014/main" id="{227605DD-45F8-43C8-B81A-84CB652CFC89}"/>
              </a:ext>
            </a:extLst>
          </p:cNvPr>
          <p:cNvSpPr>
            <a:spLocks xmlns:a="http://schemas.openxmlformats.org/drawingml/2006/main" noGrp="1"/>
          </p:cNvSpPr>
          <p:nvPr>
            <p:ph type="title" idx="0" hasCustomPrompt="1"/>
          </p:nvPr>
        </p:nvSpPr>
        <p:spPr>
          <a:xfrm xmlns:a="http://schemas.openxmlformats.org/drawingml/2006/main">
            <a:off x="1198800" y="2397600"/>
            <a:ext cx="9799200" cy="1105200"/>
          </a:xfrm>
        </p:spPr>
        <p:txBody>
          <a:bodyPr xmlns:a="http://schemas.openxmlformats.org/drawingml/2006/main" vert="horz" lIns="90000" tIns="46800" rIns="90000" bIns="46800" anchor="t">
            <a:normAutofit/>
          </a:bodyPr>
          <a:lstStyle xmlns:a="http://schemas.openxmlformats.org/drawingml/2006/main">
            <a:lvl1pPr algn="ctr">
              <a:buNone/>
              <a:defRPr sz="6000"/>
            </a:lvl1pPr>
          </a:lstStyle>
          <a:p xmlns:a="http://schemas.openxmlformats.org/drawingml/2006/main">
            <a:pPr lvl="0">
              <a:buNone/>
            </a:pPr>
            <a:r>
              <a:t>单击此处编辑标题</a:t>
            </a:r>
            <a:endParaRPr/>
          </a:p>
        </p:txBody>
      </p:sp>
      <p:sp>
        <p:nvSpPr>
          <p:cNvPr id="7" name="文本占位符 6">
            <a:extLst xmlns:a="http://schemas.openxmlformats.org/drawingml/2006/main">
              <a:ext uri="{FF2B5EF4-FFF2-40B4-BE49-F238E27FC236}">
                <a16:creationId xmlns:a16="http://schemas.microsoft.com/office/drawing/2014/main" id="{5A94993A-4B53-4CDD-AF21-EB973C072C76}"/>
              </a:ext>
            </a:extLst>
          </p:cNvPr>
          <p:cNvSpPr>
            <a:spLocks xmlns:a="http://schemas.openxmlformats.org/drawingml/2006/main" noGrp="1"/>
          </p:cNvSpPr>
          <p:nvPr>
            <p:ph type="body" idx="13"/>
          </p:nvPr>
        </p:nvSpPr>
        <p:spPr>
          <a:xfrm xmlns:a="http://schemas.openxmlformats.org/drawingml/2006/main">
            <a:off x="1198800" y="3560400"/>
            <a:ext cx="9799200" cy="504000"/>
          </a:xfrm>
        </p:spPr>
        <p:txBody>
          <a:bodyPr xmlns:a="http://schemas.openxmlformats.org/drawingml/2006/main" lIns="90000" tIns="46800" rIns="90000" bIns="46800">
            <a:normAutofit/>
          </a:bodyPr>
          <a:lstStyle xmlns:a="http://schemas.openxmlformats.org/drawingml/2006/main">
            <a:lvl1pPr algn="ctr">
              <a:lnSpc>
                <a:spcPct val="110000"/>
              </a:lnSpc>
              <a:buNone/>
              <a:defRPr sz="2400" spc="200"/>
            </a:lvl1pPr>
          </a:lstStyle>
          <a:p xmlns:a="http://schemas.openxmlformats.org/drawingml/2006/main">
            <a:pPr lvl="0">
              <a:buNone/>
            </a:pPr>
            <a:r>
              <a:t>单击此处编辑母版文本样式</a:t>
            </a: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988a744a72840f7" /><Relationship Type="http://schemas.openxmlformats.org/officeDocument/2006/relationships/slideLayout" Target="/ppt/slideLayouts/slideLayout1.xml" Id="R7405f2d08507491c" /><Relationship Type="http://schemas.openxmlformats.org/officeDocument/2006/relationships/slideLayout" Target="/ppt/slideLayouts/slideLayout2.xml" Id="Rf4fd94fea7404aa1" /><Relationship Type="http://schemas.openxmlformats.org/officeDocument/2006/relationships/slideLayout" Target="/ppt/slideLayouts/slideLayout3.xml" Id="Ref0f7cb607494788" /><Relationship Type="http://schemas.openxmlformats.org/officeDocument/2006/relationships/slideLayout" Target="/ppt/slideLayouts/slideLayout4.xml" Id="Red7c5fbd42044770" /><Relationship Type="http://schemas.openxmlformats.org/officeDocument/2006/relationships/slideLayout" Target="/ppt/slideLayouts/slideLayout5.xml" Id="Ra1fc1c2d0b9346e6" /><Relationship Type="http://schemas.openxmlformats.org/officeDocument/2006/relationships/slideLayout" Target="/ppt/slideLayouts/slideLayout6.xml" Id="Rc8d17f1c0fd34255" /><Relationship Type="http://schemas.openxmlformats.org/officeDocument/2006/relationships/slideLayout" Target="/ppt/slideLayouts/slideLayout7.xml" Id="Rd8a0860d25e34701" /><Relationship Type="http://schemas.openxmlformats.org/officeDocument/2006/relationships/slideLayout" Target="/ppt/slideLayouts/slideLayout8.xml" Id="R4e13493887234efd" /><Relationship Type="http://schemas.openxmlformats.org/officeDocument/2006/relationships/slideLayout" Target="/ppt/slideLayouts/slideLayout9.xml" Id="R165f84bec1d64d04" /><Relationship Type="http://schemas.openxmlformats.org/officeDocument/2006/relationships/slideLayout" Target="/ppt/slideLayouts/slideLayout10.xml" Id="R794118abe2da46ac" /><Relationship Type="http://schemas.openxmlformats.org/officeDocument/2006/relationships/slideLayout" Target="/ppt/slideLayouts/slideLayout11.xml" Id="Ra04ea37d7332411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AC73FED8-16F7-4D0F-B665-76BEE5037A50}"/>
              </a:ext>
            </a:extLst>
          </p:cNvPr>
          <p:cNvSpPr>
            <a:spLocks xmlns:a="http://schemas.openxmlformats.org/drawingml/2006/main" noGrp="1"/>
          </p:cNvSpPr>
          <p:nvPr>
            <p:ph type="title" idx="0"/>
          </p:nvPr>
        </p:nvSpPr>
        <p:spPr>
          <a:xfrm xmlns:a="http://schemas.openxmlformats.org/drawingml/2006/main">
            <a:off x="608400" y="608400"/>
            <a:ext cx="10969200" cy="705600"/>
          </a:xfrm>
          <a:prstGeom xmlns:a="http://schemas.openxmlformats.org/drawingml/2006/main" prst="rect">
            <a:avLst/>
          </a:prstGeom>
        </p:spPr>
        <p:txBody>
          <a:bodyPr xmlns:a="http://schemas.openxmlformats.org/drawingml/2006/main" vert="horz" lIns="90170" tIns="46990" rIns="90170" bIns="46990" anchor="ctr">
            <a:normAutofit/>
          </a:bodyPr>
          <a:lstStyle xmlns:a="http://schemas.openxmlformats.org/drawingml/2006/main"/>
          <a:p xmlns:a="http://schemas.openxmlformats.org/drawingml/2006/main">
            <a:r>
              <a:t>单击此处编辑母版标题样式</a:t>
            </a:r>
            <a:endParaRPr/>
          </a:p>
        </p:txBody>
      </p:sp>
      <p:sp>
        <p:nvSpPr>
          <p:cNvPr id="3" name="文本占位符 2">
            <a:extLst xmlns:a="http://schemas.openxmlformats.org/drawingml/2006/main">
              <a:ext uri="{FF2B5EF4-FFF2-40B4-BE49-F238E27FC236}">
                <a16:creationId xmlns:a16="http://schemas.microsoft.com/office/drawing/2014/main" id="{F3D73AD1-8D04-4252-BD60-178210CA8C2A}"/>
              </a:ext>
            </a:extLst>
          </p:cNvPr>
          <p:cNvSpPr>
            <a:spLocks xmlns:a="http://schemas.openxmlformats.org/drawingml/2006/main" noGrp="1"/>
          </p:cNvSpPr>
          <p:nvPr>
            <p:ph type="body" idx="1"/>
          </p:nvPr>
        </p:nvSpPr>
        <p:spPr>
          <a:xfrm xmlns:a="http://schemas.openxmlformats.org/drawingml/2006/main">
            <a:off x="608400" y="1490400"/>
            <a:ext cx="10969200" cy="4759200"/>
          </a:xfrm>
          <a:prstGeom xmlns:a="http://schemas.openxmlformats.org/drawingml/2006/main" prst="rect">
            <a:avLst/>
          </a:prstGeom>
        </p:spPr>
        <p:txBody>
          <a:bodyPr xmlns:a="http://schemas.openxmlformats.org/drawingml/2006/main" vert="horz" lIns="90000" tIns="46800" rIns="90000" bIns="46800">
            <a:normAutofit/>
          </a:bodyPr>
          <a:lstStyle xmlns:a="http://schemas.openxmlformats.org/drawingml/2006/main"/>
          <a:p xmlns:a="http://schemas.openxmlformats.org/drawingml/2006/main">
            <a:pPr lvl="0">
              <a:buNone/>
            </a:pPr>
            <a:r>
              <a:t>单击此处编辑母版文本样式</a:t>
            </a:r>
            <a:endParaRPr/>
          </a:p>
          <a:p xmlns:a="http://schemas.openxmlformats.org/drawingml/2006/main">
            <a:pPr lvl="1">
              <a:buNone/>
            </a:pPr>
            <a:r>
              <a:t>第二级</a:t>
            </a:r>
            <a:endParaRPr/>
          </a:p>
          <a:p xmlns:a="http://schemas.openxmlformats.org/drawingml/2006/main">
            <a:pPr lvl="2">
              <a:buNone/>
            </a:pPr>
            <a:r>
              <a:t>第三级</a:t>
            </a:r>
            <a:endParaRPr/>
          </a:p>
          <a:p xmlns:a="http://schemas.openxmlformats.org/drawingml/2006/main">
            <a:pPr lvl="3">
              <a:buNone/>
            </a:pPr>
            <a:r>
              <a:t>第四级</a:t>
            </a:r>
            <a:endParaRPr/>
          </a:p>
          <a:p xmlns:a="http://schemas.openxmlformats.org/drawingml/2006/main">
            <a:pPr lvl="4">
              <a:buNone/>
            </a:pPr>
            <a:r>
              <a:t>第五级</a:t>
            </a:r>
            <a:endParaRPr/>
          </a:p>
        </p:txBody>
      </p:sp>
      <p:sp>
        <p:nvSpPr>
          <p:cNvPr id="4" name="日期占位符 3">
            <a:extLst xmlns:a="http://schemas.openxmlformats.org/drawingml/2006/main">
              <a:ext uri="{FF2B5EF4-FFF2-40B4-BE49-F238E27FC236}">
                <a16:creationId xmlns:a16="http://schemas.microsoft.com/office/drawing/2014/main" id="{3CDF9A9B-11D1-45A8-A2E0-C5B7A427DD7B}"/>
              </a:ext>
            </a:extLst>
          </p:cNvPr>
          <p:cNvSpPr>
            <a:spLocks xmlns:a="http://schemas.openxmlformats.org/drawingml/2006/main" noGrp="1"/>
          </p:cNvSpPr>
          <p:nvPr>
            <p:ph type="dt" idx="2"/>
          </p:nvPr>
        </p:nvSpPr>
        <p:spPr>
          <a:xfrm xmlns:a="http://schemas.openxmlformats.org/drawingml/2006/main">
            <a:off x="612000" y="6314400"/>
            <a:ext cx="2700000" cy="3168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a:buNone/>
              <a:defRPr sz="1000" baseline="0">
                <a:solidFill>
                  <a:schemeClr val="tx1">
                    <a:tint val="75000"/>
                  </a:schemeClr>
                </a:solidFill>
              </a:defRPr>
            </a:lvl1pPr>
          </a:lstStyle>
          <a:p xmlns:a="http://schemas.openxmlformats.org/drawingml/2006/main">
            <a:endParaRPr/>
          </a:p>
        </p:txBody>
      </p:sp>
      <p:sp>
        <p:nvSpPr>
          <p:cNvPr id="5" name="页脚占位符 4">
            <a:extLst xmlns:a="http://schemas.openxmlformats.org/drawingml/2006/main">
              <a:ext uri="{FF2B5EF4-FFF2-40B4-BE49-F238E27FC236}">
                <a16:creationId xmlns:a16="http://schemas.microsoft.com/office/drawing/2014/main" id="{6ABF3505-AFF9-4FD0-8086-8454E8CB8BE4}"/>
              </a:ext>
            </a:extLst>
          </p:cNvPr>
          <p:cNvSpPr>
            <a:spLocks xmlns:a="http://schemas.openxmlformats.org/drawingml/2006/main" noGrp="1"/>
          </p:cNvSpPr>
          <p:nvPr>
            <p:ph type="ftr" idx="3"/>
          </p:nvPr>
        </p:nvSpPr>
        <p:spPr>
          <a:xfrm xmlns:a="http://schemas.openxmlformats.org/drawingml/2006/main">
            <a:off x="4116000" y="6314400"/>
            <a:ext cx="3960000" cy="3168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ctr">
              <a:buNone/>
              <a:defRPr sz="1000" baseline="0">
                <a:solidFill>
                  <a:schemeClr val="tx1">
                    <a:tint val="75000"/>
                  </a:schemeClr>
                </a:solidFill>
              </a:defRPr>
            </a:lvl1pPr>
          </a:lstStyle>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6E871156-05F1-4513-AF67-787E81057E9E}"/>
              </a:ext>
            </a:extLst>
          </p:cNvPr>
          <p:cNvSpPr>
            <a:spLocks xmlns:a="http://schemas.openxmlformats.org/drawingml/2006/main" noGrp="1"/>
          </p:cNvSpPr>
          <p:nvPr>
            <p:ph type="sldNum" idx="4"/>
          </p:nvPr>
        </p:nvSpPr>
        <p:spPr>
          <a:xfrm xmlns:a="http://schemas.openxmlformats.org/drawingml/2006/main">
            <a:off x="8877600" y="6314400"/>
            <a:ext cx="2700000" cy="3168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r">
              <a:buNone/>
              <a:defRPr sz="1000" baseline="0">
                <a:solidFill>
                  <a:schemeClr val="tx1">
                    <a:tint val="75000"/>
                  </a:schemeClr>
                </a:solidFill>
              </a:defRPr>
            </a:lvl1pPr>
          </a:lstStyle>
          <a:p xmlns:a="http://schemas.openxmlformats.org/drawingml/2006/main">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405f2d08507491c"/>
    <p:sldLayoutId xmlns:r="http://schemas.openxmlformats.org/officeDocument/2006/relationships" id="2147483650" r:id="Rf4fd94fea7404aa1"/>
    <p:sldLayoutId xmlns:r="http://schemas.openxmlformats.org/officeDocument/2006/relationships" id="2147483651" r:id="Ref0f7cb607494788"/>
    <p:sldLayoutId xmlns:r="http://schemas.openxmlformats.org/officeDocument/2006/relationships" id="2147483652" r:id="Red7c5fbd42044770"/>
    <p:sldLayoutId xmlns:r="http://schemas.openxmlformats.org/officeDocument/2006/relationships" id="2147483653" r:id="Ra1fc1c2d0b9346e6"/>
    <p:sldLayoutId xmlns:r="http://schemas.openxmlformats.org/officeDocument/2006/relationships" id="2147483654" r:id="Rc8d17f1c0fd34255"/>
    <p:sldLayoutId xmlns:r="http://schemas.openxmlformats.org/officeDocument/2006/relationships" id="2147483655" r:id="Rd8a0860d25e34701"/>
    <p:sldLayoutId xmlns:r="http://schemas.openxmlformats.org/officeDocument/2006/relationships" id="2147483656" r:id="R4e13493887234efd"/>
    <p:sldLayoutId xmlns:r="http://schemas.openxmlformats.org/officeDocument/2006/relationships" id="2147483657" r:id="R165f84bec1d64d04"/>
    <p:sldLayoutId xmlns:r="http://schemas.openxmlformats.org/officeDocument/2006/relationships" id="2147483658" r:id="R794118abe2da46ac"/>
    <p:sldLayoutId xmlns:r="http://schemas.openxmlformats.org/officeDocument/2006/relationships" id="2147483659" r:id="Ra04ea37d7332411d"/>
  </p:sldLayoutIdLst>
  <p:txStyles>
    <p:titleStyle>
      <a:lvl1pPr xmlns:a="http://schemas.openxmlformats.org/drawingml/2006/main" algn="l" defTabSz="914400">
        <a:lnSpc>
          <a:spcPct val="100000"/>
        </a:lnSpc>
        <a:spcBef>
          <a:spcPct val="0"/>
        </a:spcBef>
        <a:buNone/>
        <a:defRPr sz="3600" b="0" u="none" strike="noStrike" kern="1200" cap="none" spc="300" baseline="0">
          <a:solidFill>
            <a:schemeClr val="tx1">
              <a:lumMod val="85000"/>
              <a:lumOff val="15000"/>
            </a:schemeClr>
          </a:solidFill>
          <a:latin typeface="+mj-ea"/>
          <a:ea typeface="+mj-ea"/>
          <a:cs typeface="+mj-ea"/>
        </a:defRPr>
      </a:lvl1pPr>
    </p:titleStyle>
    <p:bodyStyle>
      <a:lvl1pPr xmlns:a="http://schemas.openxmlformats.org/drawingml/2006/main" marL="228600" indent="-228600" algn="l" defTabSz="914400">
        <a:lnSpc>
          <a:spcPct val="130000"/>
        </a:lnSpc>
        <a:spcBef>
          <a:spcPts val="0"/>
        </a:spcBef>
        <a:spcAft>
          <a:spcPts val="1000"/>
        </a:spcAft>
        <a:buFont typeface="Arial"/>
        <a:buChar char="●"/>
        <a:defRPr sz="1800" u="none" strike="noStrike" kern="1200" cap="none" spc="150" baseline="0">
          <a:solidFill>
            <a:schemeClr val="tx1">
              <a:lumMod val="65000"/>
              <a:lumOff val="35000"/>
            </a:schemeClr>
          </a:solidFill>
          <a:latin typeface="+mn-lt"/>
          <a:ea typeface="+mn-lt"/>
          <a:cs typeface="+mn-lt"/>
        </a:defRPr>
      </a:lvl1pPr>
      <a:lvl2pPr xmlns:a="http://schemas.openxmlformats.org/drawingml/2006/main" marL="685800" indent="-228600" algn="l" defTabSz="914400">
        <a:lnSpc>
          <a:spcPct val="120000"/>
        </a:lnSpc>
        <a:spcBef>
          <a:spcPts val="0"/>
        </a:spcBef>
        <a:spcAft>
          <a:spcPts val="600"/>
        </a:spcAft>
        <a:buFont typeface="Arial"/>
        <a:buChar char="●"/>
        <a:tabLst>
          <a:tab pos="1609725" algn="l"/>
          <a:tab pos="1609725" algn="l"/>
          <a:tab pos="1609725" algn="l"/>
          <a:tab pos="1609725" algn="l"/>
        </a:tabLst>
        <a:defRPr sz="1600" u="none" strike="noStrike" kern="1200" cap="none" spc="150" baseline="0">
          <a:solidFill>
            <a:schemeClr val="tx1">
              <a:lumMod val="65000"/>
              <a:lumOff val="35000"/>
            </a:schemeClr>
          </a:solidFill>
          <a:latin typeface="+mn-lt"/>
          <a:ea typeface="+mn-lt"/>
          <a:cs typeface="+mn-lt"/>
        </a:defRPr>
      </a:lvl2pPr>
      <a:lvl3pPr xmlns:a="http://schemas.openxmlformats.org/drawingml/2006/main" marL="1143000" indent="-228600" algn="l" defTabSz="914400">
        <a:lnSpc>
          <a:spcPct val="120000"/>
        </a:lnSpc>
        <a:spcBef>
          <a:spcPts val="0"/>
        </a:spcBef>
        <a:spcAft>
          <a:spcPts val="600"/>
        </a:spcAft>
        <a:buFont typeface="Arial"/>
        <a:buChar char="●"/>
        <a:defRPr sz="1600" u="none" strike="noStrike" kern="1200" cap="none" spc="150" baseline="0">
          <a:solidFill>
            <a:schemeClr val="tx1">
              <a:lumMod val="65000"/>
              <a:lumOff val="35000"/>
            </a:schemeClr>
          </a:solidFill>
          <a:latin typeface="+mn-lt"/>
          <a:ea typeface="+mn-lt"/>
          <a:cs typeface="+mn-lt"/>
        </a:defRPr>
      </a:lvl3pPr>
      <a:lvl4pPr xmlns:a="http://schemas.openxmlformats.org/drawingml/2006/main" marL="1600200" indent="-228600" algn="l" defTabSz="914400">
        <a:lnSpc>
          <a:spcPct val="120000"/>
        </a:lnSpc>
        <a:spcBef>
          <a:spcPts val="0"/>
        </a:spcBef>
        <a:spcAft>
          <a:spcPts val="300"/>
        </a:spcAft>
        <a:buFont typeface="Wingdings"/>
        <a:buChar char=""/>
        <a:defRPr sz="1400" u="none" strike="noStrike" kern="1200" cap="none" spc="150" baseline="0">
          <a:solidFill>
            <a:schemeClr val="tx1">
              <a:lumMod val="65000"/>
              <a:lumOff val="35000"/>
            </a:schemeClr>
          </a:solidFill>
          <a:latin typeface="+mn-lt"/>
          <a:ea typeface="+mn-lt"/>
          <a:cs typeface="+mn-lt"/>
        </a:defRPr>
      </a:lvl4pPr>
      <a:lvl5pPr xmlns:a="http://schemas.openxmlformats.org/drawingml/2006/main" marL="2057400" indent="-228600" algn="l" defTabSz="914400">
        <a:lnSpc>
          <a:spcPct val="120000"/>
        </a:lnSpc>
        <a:spcBef>
          <a:spcPts val="0"/>
        </a:spcBef>
        <a:spcAft>
          <a:spcPts val="300"/>
        </a:spcAft>
        <a:buFont typeface="Arial"/>
        <a:buChar char="•"/>
        <a:defRPr sz="1400" u="none" strike="noStrike" kern="1200" cap="none" spc="150" baseline="0">
          <a:solidFill>
            <a:schemeClr val="tx1">
              <a:lumMod val="65000"/>
              <a:lumOff val="35000"/>
            </a:schemeClr>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2510edff4514170" /><Relationship Type="http://schemas.openxmlformats.org/officeDocument/2006/relationships/image" Target="/ppt/media/image.png" Id="R9f9277ea85ec4a9a" /><Relationship Type="http://schemas.openxmlformats.org/officeDocument/2006/relationships/image" Target="/ppt/media/image2.png" Id="Red5b3771dce2424f" /><Relationship Type="http://schemas.openxmlformats.org/officeDocument/2006/relationships/image" Target="/ppt/media/image3.png" Id="R9cf4a634979e4945" /><Relationship Type="http://schemas.openxmlformats.org/officeDocument/2006/relationships/image" Target="/ppt/media/image4.png" Id="Rd64a3bbdaec54f39" /><Relationship Type="http://schemas.openxmlformats.org/officeDocument/2006/relationships/notesSlide" Target="/ppt/notesSlides/notesSlide1.xml" Id="R3a28edde75044e8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method-title">
            <a:extLst xmlns:a="http://schemas.openxmlformats.org/drawingml/2006/main">
              <a:ext uri="{FF2B5EF4-FFF2-40B4-BE49-F238E27FC236}">
                <a16:creationId xmlns:a16="http://schemas.microsoft.com/office/drawing/2014/main" id="{5E77B6D2-8CF3-4142-A8DF-0886B587538C}"/>
              </a:ext>
            </a:extLst>
          </p:cNvPr>
          <p:cNvSpPr>
            <a:spLocks xmlns:a="http://schemas.openxmlformats.org/drawingml/2006/main" noGrp="1"/>
          </p:cNvSpPr>
          <p:nvPr/>
        </p:nvSpPr>
        <p:spPr>
          <a:xfrm xmlns:a="http://schemas.openxmlformats.org/drawingml/2006/main">
            <a:off x="209550" y="133350"/>
            <a:ext cx="117729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100" b="1">
                <a:solidFill>
                  <a:srgbClr val="172B46"/>
                </a:solidFill>
                <a:latin typeface="Arial"/>
                <a:ea typeface="Arial"/>
                <a:cs typeface="Arial"/>
              </a:defRPr>
            </a:defPPr>
          </a:lstStyle>
          <a:p xmlns:a="http://schemas.openxmlformats.org/drawingml/2006/main">
            <a:pPr algn="ctr">
              <a:buNone/>
              <a:defRPr sz="2100" b="1">
                <a:solidFill>
                  <a:srgbClr val="172B46"/>
                </a:solidFill>
                <a:latin typeface="Arial"/>
                <a:ea typeface="Arial"/>
                <a:cs typeface="Arial"/>
              </a:defRPr>
            </a:pPr>
            <a:r>
              <a:rPr sz="2100" b="1">
                <a:solidFill>
                  <a:srgbClr val="172B46"/>
                </a:solidFill>
                <a:latin typeface="Arial"/>
                <a:ea typeface="Arial"/>
                <a:cs typeface="Arial"/>
              </a:rPr>
              <a:t>RadialMamba: Coordinate-Augmented Swin-UMamba for IV-OCT Segmentation</a:t>
            </a:r>
          </a:p>
        </p:txBody>
      </p:sp>
      <p:sp>
        <p:nvSpPr>
          <p:cNvPr id="2" name="input-panel">
            <a:extLst xmlns:a="http://schemas.openxmlformats.org/drawingml/2006/main">
              <a:ext uri="{FF2B5EF4-FFF2-40B4-BE49-F238E27FC236}">
                <a16:creationId xmlns:a16="http://schemas.microsoft.com/office/drawing/2014/main" id="{0A677E3C-3B96-468F-B848-FD3FAACC3870}"/>
              </a:ext>
            </a:extLst>
          </p:cNvPr>
          <p:cNvSpPr>
            <a:spLocks xmlns:a="http://schemas.openxmlformats.org/drawingml/2006/main" noGrp="1"/>
          </p:cNvSpPr>
          <p:nvPr/>
        </p:nvSpPr>
        <p:spPr>
          <a:xfrm xmlns:a="http://schemas.openxmlformats.org/drawingml/2006/main">
            <a:off x="209550" y="733425"/>
            <a:ext cx="3581400" cy="5514975"/>
          </a:xfrm>
          <a:prstGeom xmlns:a="http://schemas.openxmlformats.org/drawingml/2006/main" prst="roundRect">
            <a:avLst>
              <a:gd name="adj" fmla="val 3723"/>
            </a:avLst>
          </a:prstGeom>
          <a:solidFill xmlns:a="http://schemas.openxmlformats.org/drawingml/2006/main">
            <a:srgbClr val="EDF5FB"/>
          </a:solidFill>
          <a:ln xmlns:a="http://schemas.openxmlformats.org/drawingml/2006/main" w="12383">
            <a:solidFill>
              <a:srgbClr val="8EAEC8"/>
            </a:solidFill>
            <a:prstDash val="solid"/>
          </a:ln>
        </p:spPr>
      </p:sp>
      <p:sp>
        <p:nvSpPr>
          <p:cNvPr id="3" name="backbone-panel">
            <a:extLst xmlns:a="http://schemas.openxmlformats.org/drawingml/2006/main">
              <a:ext uri="{FF2B5EF4-FFF2-40B4-BE49-F238E27FC236}">
                <a16:creationId xmlns:a16="http://schemas.microsoft.com/office/drawing/2014/main" id="{C5D2F541-1390-49E9-9EA5-929C0709CFC0}"/>
              </a:ext>
            </a:extLst>
          </p:cNvPr>
          <p:cNvSpPr>
            <a:spLocks xmlns:a="http://schemas.openxmlformats.org/drawingml/2006/main" noGrp="1"/>
          </p:cNvSpPr>
          <p:nvPr/>
        </p:nvSpPr>
        <p:spPr>
          <a:xfrm xmlns:a="http://schemas.openxmlformats.org/drawingml/2006/main">
            <a:off x="3971925" y="733425"/>
            <a:ext cx="5972175" cy="5514975"/>
          </a:xfrm>
          <a:prstGeom xmlns:a="http://schemas.openxmlformats.org/drawingml/2006/main" prst="roundRect">
            <a:avLst>
              <a:gd name="adj" fmla="val 2418"/>
            </a:avLst>
          </a:prstGeom>
          <a:solidFill xmlns:a="http://schemas.openxmlformats.org/drawingml/2006/main">
            <a:srgbClr val="F3F5F7"/>
          </a:solidFill>
          <a:ln xmlns:a="http://schemas.openxmlformats.org/drawingml/2006/main" w="12383">
            <a:solidFill>
              <a:srgbClr val="A2AAB4"/>
            </a:solidFill>
            <a:prstDash val="solid"/>
          </a:ln>
        </p:spPr>
      </p:sp>
      <p:sp>
        <p:nvSpPr>
          <p:cNvPr id="4" name="output-panel">
            <a:extLst xmlns:a="http://schemas.openxmlformats.org/drawingml/2006/main">
              <a:ext uri="{FF2B5EF4-FFF2-40B4-BE49-F238E27FC236}">
                <a16:creationId xmlns:a16="http://schemas.microsoft.com/office/drawing/2014/main" id="{66463CB3-B55D-4194-B4DD-ECBFE43F3321}"/>
              </a:ext>
            </a:extLst>
          </p:cNvPr>
          <p:cNvSpPr>
            <a:spLocks xmlns:a="http://schemas.openxmlformats.org/drawingml/2006/main" noGrp="1"/>
          </p:cNvSpPr>
          <p:nvPr/>
        </p:nvSpPr>
        <p:spPr>
          <a:xfrm xmlns:a="http://schemas.openxmlformats.org/drawingml/2006/main">
            <a:off x="10125075" y="733425"/>
            <a:ext cx="1857375" cy="5514975"/>
          </a:xfrm>
          <a:prstGeom xmlns:a="http://schemas.openxmlformats.org/drawingml/2006/main" prst="roundRect">
            <a:avLst>
              <a:gd name="adj" fmla="val 7179"/>
            </a:avLst>
          </a:prstGeom>
          <a:solidFill xmlns:a="http://schemas.openxmlformats.org/drawingml/2006/main">
            <a:srgbClr val="EDF5FB"/>
          </a:solidFill>
          <a:ln xmlns:a="http://schemas.openxmlformats.org/drawingml/2006/main" w="12383">
            <a:solidFill>
              <a:srgbClr val="8EAEC8"/>
            </a:solidFill>
            <a:prstDash val="solid"/>
          </a:ln>
        </p:spPr>
      </p:sp>
      <p:sp>
        <p:nvSpPr>
          <p:cNvPr id="5" name="input-heading">
            <a:extLst xmlns:a="http://schemas.openxmlformats.org/drawingml/2006/main">
              <a:ext uri="{FF2B5EF4-FFF2-40B4-BE49-F238E27FC236}">
                <a16:creationId xmlns:a16="http://schemas.microsoft.com/office/drawing/2014/main" id="{EE0BE0DA-4A23-41C6-9AE1-046601C1279D}"/>
              </a:ext>
            </a:extLst>
          </p:cNvPr>
          <p:cNvSpPr>
            <a:spLocks xmlns:a="http://schemas.openxmlformats.org/drawingml/2006/main" noGrp="1"/>
          </p:cNvSpPr>
          <p:nvPr/>
        </p:nvSpPr>
        <p:spPr>
          <a:xfrm xmlns:a="http://schemas.openxmlformats.org/drawingml/2006/main">
            <a:off x="333375" y="8667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350" b="1">
                <a:solidFill>
                  <a:srgbClr val="172B46"/>
                </a:solidFill>
                <a:latin typeface="Arial"/>
                <a:ea typeface="Arial"/>
                <a:cs typeface="Arial"/>
              </a:defRPr>
            </a:defPPr>
          </a:lstStyle>
          <a:p xmlns:a="http://schemas.openxmlformats.org/drawingml/2006/main">
            <a:pPr algn="ctr">
              <a:buNone/>
              <a:defRPr sz="1350" b="1">
                <a:solidFill>
                  <a:srgbClr val="172B46"/>
                </a:solidFill>
                <a:latin typeface="Arial"/>
                <a:ea typeface="Arial"/>
                <a:cs typeface="Arial"/>
              </a:defRPr>
            </a:pPr>
            <a:r>
              <a:rPr sz="1350" b="1">
                <a:solidFill>
                  <a:srgbClr val="172B46"/>
                </a:solidFill>
                <a:latin typeface="Arial"/>
                <a:ea typeface="Arial"/>
                <a:cs typeface="Arial"/>
              </a:rPr>
              <a:t>INPUT AND COORDINATE CHANNELS</a:t>
            </a:r>
          </a:p>
        </p:txBody>
      </p:sp>
      <p:sp>
        <p:nvSpPr>
          <p:cNvPr id="6" name="backbone-heading">
            <a:extLst xmlns:a="http://schemas.openxmlformats.org/drawingml/2006/main">
              <a:ext uri="{FF2B5EF4-FFF2-40B4-BE49-F238E27FC236}">
                <a16:creationId xmlns:a16="http://schemas.microsoft.com/office/drawing/2014/main" id="{495AF69A-9B74-4598-9EBB-B09A678B4181}"/>
              </a:ext>
            </a:extLst>
          </p:cNvPr>
          <p:cNvSpPr>
            <a:spLocks xmlns:a="http://schemas.openxmlformats.org/drawingml/2006/main" noGrp="1"/>
          </p:cNvSpPr>
          <p:nvPr/>
        </p:nvSpPr>
        <p:spPr>
          <a:xfrm xmlns:a="http://schemas.openxmlformats.org/drawingml/2006/main">
            <a:off x="4171950" y="847725"/>
            <a:ext cx="5572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172B46"/>
                </a:solidFill>
                <a:latin typeface="Arial"/>
                <a:ea typeface="Arial"/>
                <a:cs typeface="Arial"/>
              </a:defRPr>
            </a:defPPr>
          </a:lstStyle>
          <a:p xmlns:a="http://schemas.openxmlformats.org/drawingml/2006/main">
            <a:pPr algn="ctr">
              <a:buNone/>
              <a:defRPr sz="1575" b="1">
                <a:solidFill>
                  <a:srgbClr val="172B46"/>
                </a:solidFill>
                <a:latin typeface="Arial"/>
                <a:ea typeface="Arial"/>
                <a:cs typeface="Arial"/>
              </a:defRPr>
            </a:pPr>
            <a:r>
              <a:rPr sz="1575" b="1">
                <a:solidFill>
                  <a:srgbClr val="172B46"/>
                </a:solidFill>
                <a:latin typeface="Arial"/>
                <a:ea typeface="Arial"/>
                <a:cs typeface="Arial"/>
              </a:rPr>
              <a:t>SWIN-UMAMBA BACKBONE</a:t>
            </a:r>
          </a:p>
        </p:txBody>
      </p:sp>
      <p:sp>
        <p:nvSpPr>
          <p:cNvPr id="7" name="scan-scope">
            <a:extLst xmlns:a="http://schemas.openxmlformats.org/drawingml/2006/main">
              <a:ext uri="{FF2B5EF4-FFF2-40B4-BE49-F238E27FC236}">
                <a16:creationId xmlns:a16="http://schemas.microsoft.com/office/drawing/2014/main" id="{DD266265-6A5D-42BC-910C-ECF0B32BFA12}"/>
              </a:ext>
            </a:extLst>
          </p:cNvPr>
          <p:cNvSpPr>
            <a:spLocks xmlns:a="http://schemas.openxmlformats.org/drawingml/2006/main" noGrp="1"/>
          </p:cNvSpPr>
          <p:nvPr/>
        </p:nvSpPr>
        <p:spPr>
          <a:xfrm xmlns:a="http://schemas.openxmlformats.org/drawingml/2006/main">
            <a:off x="4171950" y="1152525"/>
            <a:ext cx="5572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0">
                <a:solidFill>
                  <a:srgbClr val="172B46"/>
                </a:solidFill>
                <a:latin typeface="Arial"/>
                <a:ea typeface="Arial"/>
                <a:cs typeface="Arial"/>
              </a:defRPr>
            </a:defPPr>
          </a:lstStyle>
          <a:p xmlns:a="http://schemas.openxmlformats.org/drawingml/2006/main">
            <a:pPr algn="ctr">
              <a:buNone/>
              <a:defRPr sz="1200" b="0">
                <a:solidFill>
                  <a:srgbClr val="172B46"/>
                </a:solidFill>
                <a:latin typeface="Arial"/>
                <a:ea typeface="Arial"/>
                <a:cs typeface="Arial"/>
              </a:defRPr>
            </a:pPr>
            <a:r>
              <a:rPr sz="1200" b="0">
                <a:solidFill>
                  <a:srgbClr val="172B46"/>
                </a:solidFill>
                <a:latin typeface="Arial"/>
                <a:ea typeface="Arial"/>
                <a:cs typeface="Arial"/>
              </a:rPr>
              <a:t>Internal SS2D scan operators unchanged</a:t>
            </a:r>
          </a:p>
        </p:txBody>
      </p:sp>
      <p:sp>
        <p:nvSpPr>
          <p:cNvPr id="8" name="output-heading">
            <a:extLst xmlns:a="http://schemas.openxmlformats.org/drawingml/2006/main">
              <a:ext uri="{FF2B5EF4-FFF2-40B4-BE49-F238E27FC236}">
                <a16:creationId xmlns:a16="http://schemas.microsoft.com/office/drawing/2014/main" id="{20338C27-57A1-4226-BBBE-B88332D7F883}"/>
              </a:ext>
            </a:extLst>
          </p:cNvPr>
          <p:cNvSpPr>
            <a:spLocks xmlns:a="http://schemas.openxmlformats.org/drawingml/2006/main" noGrp="1"/>
          </p:cNvSpPr>
          <p:nvPr/>
        </p:nvSpPr>
        <p:spPr>
          <a:xfrm xmlns:a="http://schemas.openxmlformats.org/drawingml/2006/main">
            <a:off x="10239375" y="857250"/>
            <a:ext cx="16287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75" b="1">
                <a:solidFill>
                  <a:srgbClr val="172B46"/>
                </a:solidFill>
                <a:latin typeface="Arial"/>
                <a:ea typeface="Arial"/>
                <a:cs typeface="Arial"/>
              </a:defRPr>
            </a:defPPr>
          </a:lstStyle>
          <a:p xmlns:a="http://schemas.openxmlformats.org/drawingml/2006/main">
            <a:pPr algn="ctr">
              <a:buNone/>
              <a:defRPr sz="1575" b="1">
                <a:solidFill>
                  <a:srgbClr val="172B46"/>
                </a:solidFill>
                <a:latin typeface="Arial"/>
                <a:ea typeface="Arial"/>
                <a:cs typeface="Arial"/>
              </a:defRPr>
            </a:pPr>
            <a:r>
              <a:rPr sz="1575" b="1">
                <a:solidFill>
                  <a:srgbClr val="172B46"/>
                </a:solidFill>
                <a:latin typeface="Arial"/>
                <a:ea typeface="Arial"/>
                <a:cs typeface="Arial"/>
              </a:rPr>
              <a:t>OUTPUT</a:t>
            </a:r>
          </a:p>
        </p:txBody>
      </p:sp>
      <p:sp>
        <p:nvSpPr>
          <p:cNvPr id="9" name="RGB-frame-anchor">
            <a:extLst xmlns:a="http://schemas.openxmlformats.org/drawingml/2006/main">
              <a:ext uri="{FF2B5EF4-FFF2-40B4-BE49-F238E27FC236}">
                <a16:creationId xmlns:a16="http://schemas.microsoft.com/office/drawing/2014/main" id="{A1EEEFA1-C026-4149-8A21-B5201DBBA6E8}"/>
              </a:ext>
            </a:extLst>
          </p:cNvPr>
          <p:cNvSpPr>
            <a:spLocks xmlns:a="http://schemas.openxmlformats.org/drawingml/2006/main" noGrp="1"/>
          </p:cNvSpPr>
          <p:nvPr/>
        </p:nvSpPr>
        <p:spPr>
          <a:xfrm xmlns:a="http://schemas.openxmlformats.org/drawingml/2006/main">
            <a:off x="419100" y="1343025"/>
            <a:ext cx="1066800" cy="1419225"/>
          </a:xfrm>
          <a:prstGeom xmlns:a="http://schemas.openxmlformats.org/drawingml/2006/main" prst="rect">
            <a:avLst/>
          </a:prstGeom>
          <a:noFill xmlns:a="http://schemas.openxmlformats.org/drawingml/2006/main"/>
          <a:ln xmlns:a="http://schemas.openxmlformats.org/drawingml/2006/main" w="0">
            <a:noFill/>
            <a:prstDash val="solid"/>
          </a:ln>
        </p:spPr>
      </p:sp>
      <p:pic>
        <p:nvPicPr>
          <p:cNvPr id="10" name="">
            <a:extLst xmlns:a="http://schemas.openxmlformats.org/drawingml/2006/main">
              <a:ext uri="{FF2B5EF4-FFF2-40B4-BE49-F238E27FC236}">
                <a16:creationId xmlns:a16="http://schemas.microsoft.com/office/drawing/2014/main" id="{E480A090-31FB-47AD-9721-A4AC3D49F9F5}"/>
              </a:ext>
            </a:extLst>
          </p:cNvPr>
          <p:cNvPicPr>
            <a:picLocks xmlns:a="http://schemas.openxmlformats.org/drawingml/2006/main" noChangeAspect="1"/>
          </p:cNvPicPr>
          <p:nvPr/>
        </p:nvPicPr>
        <p:blipFill>
          <a:blip xmlns:r="http://schemas.openxmlformats.org/officeDocument/2006/relationships" xmlns:a="http://schemas.openxmlformats.org/drawingml/2006/main" r:embed="R9f9277ea85ec4a9a"/>
          <a:stretch xmlns:a="http://schemas.openxmlformats.org/drawingml/2006/main"/>
        </p:blipFill>
        <p:spPr>
          <a:xfrm xmlns:a="http://schemas.openxmlformats.org/drawingml/2006/main">
            <a:off x="421313" y="1343025"/>
            <a:ext cx="1062373" cy="1066800"/>
          </a:xfrm>
          <a:prstGeom xmlns:a="http://schemas.openxmlformats.org/drawingml/2006/main" prst="rect">
            <a:avLst/>
          </a:prstGeom>
        </p:spPr>
      </p:pic>
      <p:sp>
        <p:nvSpPr>
          <p:cNvPr id="11" name="RGB-frame-label">
            <a:extLst xmlns:a="http://schemas.openxmlformats.org/drawingml/2006/main">
              <a:ext uri="{FF2B5EF4-FFF2-40B4-BE49-F238E27FC236}">
                <a16:creationId xmlns:a16="http://schemas.microsoft.com/office/drawing/2014/main" id="{800F5CD3-4006-49F2-B78E-9EE4028FE436}"/>
              </a:ext>
            </a:extLst>
          </p:cNvPr>
          <p:cNvSpPr>
            <a:spLocks xmlns:a="http://schemas.openxmlformats.org/drawingml/2006/main" noGrp="1"/>
          </p:cNvSpPr>
          <p:nvPr/>
        </p:nvSpPr>
        <p:spPr>
          <a:xfrm xmlns:a="http://schemas.openxmlformats.org/drawingml/2006/main">
            <a:off x="361950" y="2486025"/>
            <a:ext cx="11811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1">
                <a:solidFill>
                  <a:srgbClr val="172B46"/>
                </a:solidFill>
                <a:latin typeface="Arial"/>
                <a:ea typeface="Arial"/>
                <a:cs typeface="Arial"/>
              </a:defRPr>
            </a:defPPr>
          </a:lstStyle>
          <a:p xmlns:a="http://schemas.openxmlformats.org/drawingml/2006/main">
            <a:pPr algn="ctr">
              <a:buNone/>
              <a:defRPr sz="1200" b="1">
                <a:solidFill>
                  <a:srgbClr val="172B46"/>
                </a:solidFill>
                <a:latin typeface="Arial"/>
                <a:ea typeface="Arial"/>
                <a:cs typeface="Arial"/>
              </a:defRPr>
            </a:pPr>
            <a:r>
              <a:rPr sz="1200" b="1">
                <a:solidFill>
                  <a:srgbClr val="172B46"/>
                </a:solidFill>
                <a:latin typeface="Arial"/>
                <a:ea typeface="Arial"/>
                <a:cs typeface="Arial"/>
              </a:rPr>
              <a:t>IV-OCT input</a:t>
            </a:r>
          </a:p>
        </p:txBody>
      </p:sp>
      <p:sp>
        <p:nvSpPr>
          <p:cNvPr id="12" name="nnUNet-patch-input">
            <a:extLst xmlns:a="http://schemas.openxmlformats.org/drawingml/2006/main">
              <a:ext uri="{FF2B5EF4-FFF2-40B4-BE49-F238E27FC236}">
                <a16:creationId xmlns:a16="http://schemas.microsoft.com/office/drawing/2014/main" id="{8F1BF7EE-317B-4B90-A07C-8605F28FB736}"/>
              </a:ext>
            </a:extLst>
          </p:cNvPr>
          <p:cNvSpPr>
            <a:spLocks xmlns:a="http://schemas.openxmlformats.org/drawingml/2006/main" noGrp="1"/>
          </p:cNvSpPr>
          <p:nvPr/>
        </p:nvSpPr>
        <p:spPr>
          <a:xfrm xmlns:a="http://schemas.openxmlformats.org/drawingml/2006/main">
            <a:off x="409575" y="3076575"/>
            <a:ext cx="1104900" cy="647700"/>
          </a:xfrm>
          <a:prstGeom xmlns:a="http://schemas.openxmlformats.org/drawingml/2006/main" prst="roundRect">
            <a:avLst>
              <a:gd name="adj" fmla="val 14706"/>
            </a:avLst>
          </a:prstGeom>
          <a:solidFill xmlns:a="http://schemas.openxmlformats.org/drawingml/2006/main">
            <a:srgbClr val="E8F0F8"/>
          </a:solidFill>
          <a:ln xmlns:a="http://schemas.openxmlformats.org/drawingml/2006/main" w="12383">
            <a:solidFill>
              <a:srgbClr val="244D7B"/>
            </a:solidFill>
            <a:prstDash val="solid"/>
          </a:ln>
        </p:spPr>
        <p:txBody>
          <a:bodyPr xmlns:a="http://schemas.openxmlformats.org/drawingml/2006/main" lIns="38100" tIns="38100" rIns="38100" bIns="38100" anchor="ctr">
            <a:noAutofit/>
          </a:bodyPr>
          <a:lstStyle xmlns:a="http://schemas.openxmlformats.org/drawingml/2006/main">
            <a:defPPr algn="ctr">
              <a:defRPr sz="1200" b="1">
                <a:solidFill>
                  <a:srgbClr val="172B46"/>
                </a:solidFill>
                <a:latin typeface="Arial"/>
                <a:ea typeface="Arial"/>
                <a:cs typeface="Arial"/>
              </a:defRPr>
            </a:defPPr>
          </a:lstStyle>
          <a:p xmlns:a="http://schemas.openxmlformats.org/drawingml/2006/main">
            <a:pPr algn="ctr">
              <a:buNone/>
              <a:defRPr sz="1200" b="1">
                <a:solidFill>
                  <a:srgbClr val="172B46"/>
                </a:solidFill>
                <a:latin typeface="Arial"/>
                <a:ea typeface="Arial"/>
                <a:cs typeface="Arial"/>
              </a:defRPr>
            </a:pPr>
            <a:r>
              <a:rPr sz="1200" b="1">
                <a:solidFill>
                  <a:srgbClr val="172B46"/>
                </a:solidFill>
                <a:latin typeface="Arial"/>
                <a:ea typeface="Arial"/>
                <a:cs typeface="Arial"/>
              </a:rPr>
              <a:t>Preprocess</a:t>
            </a:r>
          </a:p>
          <a:p xmlns:a="http://schemas.openxmlformats.org/drawingml/2006/main">
            <a:pPr algn="ctr">
              <a:buNone/>
              <a:defRPr sz="1200" b="1">
                <a:solidFill>
                  <a:srgbClr val="172B46"/>
                </a:solidFill>
                <a:latin typeface="Arial"/>
                <a:ea typeface="Arial"/>
                <a:cs typeface="Arial"/>
              </a:defRPr>
            </a:pPr>
            <a:r>
              <a:rPr sz="1200" b="1">
                <a:solidFill>
                  <a:srgbClr val="172B46"/>
                </a:solidFill>
                <a:latin typeface="Arial"/>
                <a:ea typeface="Arial"/>
                <a:cs typeface="Arial"/>
              </a:rPr>
              <a:t>and crop</a:t>
            </a:r>
          </a:p>
        </p:txBody>
      </p:sp>
      <p:cxnSp>
        <p:nvCxnSpPr>
          <p:cNvPr id="13" name="">
            <a:extLst xmlns:a="http://schemas.openxmlformats.org/drawingml/2006/main">
              <a:ext uri="{FF2B5EF4-FFF2-40B4-BE49-F238E27FC236}">
                <a16:creationId xmlns:a16="http://schemas.microsoft.com/office/drawing/2014/main" id="{74673236-C9BB-4B91-BCDC-3ADE2A76AB18}"/>
              </a:ext>
            </a:extLst>
          </p:cNvPr>
          <p:cNvCxnSpPr>
            <a:stCxn xmlns:a="http://schemas.openxmlformats.org/drawingml/2006/main" id="9" idx="2"/>
            <a:endCxn xmlns:a="http://schemas.openxmlformats.org/drawingml/2006/main" id="12" idx="0"/>
          </p:cNvCxnSpPr>
          <p:nvPr/>
        </p:nvCxnSpPr>
        <p:spPr>
          <a:xfrm xmlns:a="http://schemas.openxmlformats.org/drawingml/2006/main">
            <a:off x="952500" y="2762250"/>
            <a:ext cx="9525" cy="314325"/>
          </a:xfrm>
          <a:prstGeom xmlns:a="http://schemas.openxmlformats.org/drawingml/2006/main" prst="straightConnector1">
            <a:avLst/>
          </a:prstGeom>
          <a:ln xmlns:a="http://schemas.openxmlformats.org/drawingml/2006/main" w="28575">
            <a:solidFill>
              <a:srgbClr val="244D7B"/>
            </a:solidFill>
            <a:prstDash val="solid"/>
            <a:tailEnd type="triangle" w="med" len="med"/>
          </a:ln>
        </p:spPr>
      </p:cxnSp>
      <p:sp>
        <p:nvSpPr>
          <p:cNvPr id="14" name="nnUNet-label">
            <a:extLst xmlns:a="http://schemas.openxmlformats.org/drawingml/2006/main">
              <a:ext uri="{FF2B5EF4-FFF2-40B4-BE49-F238E27FC236}">
                <a16:creationId xmlns:a16="http://schemas.microsoft.com/office/drawing/2014/main" id="{FF039868-3526-42FC-9213-3D98DD384B97}"/>
              </a:ext>
            </a:extLst>
          </p:cNvPr>
          <p:cNvSpPr>
            <a:spLocks xmlns:a="http://schemas.openxmlformats.org/drawingml/2006/main" noGrp="1"/>
          </p:cNvSpPr>
          <p:nvPr/>
        </p:nvSpPr>
        <p:spPr>
          <a:xfrm xmlns:a="http://schemas.openxmlformats.org/drawingml/2006/main">
            <a:off x="381000" y="3867150"/>
            <a:ext cx="1162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00" b="0">
                <a:solidFill>
                  <a:srgbClr val="172B46"/>
                </a:solidFill>
                <a:latin typeface="Arial"/>
                <a:ea typeface="Arial"/>
                <a:cs typeface="Arial"/>
              </a:defRPr>
            </a:defPPr>
          </a:lstStyle>
          <a:p xmlns:a="http://schemas.openxmlformats.org/drawingml/2006/main">
            <a:pPr algn="ctr">
              <a:buNone/>
              <a:defRPr sz="1200" b="0">
                <a:solidFill>
                  <a:srgbClr val="172B46"/>
                </a:solidFill>
                <a:latin typeface="Arial"/>
                <a:ea typeface="Arial"/>
                <a:cs typeface="Arial"/>
              </a:defRPr>
            </a:pPr>
            <a:r>
              <a:rPr sz="1200" b="0">
                <a:solidFill>
                  <a:srgbClr val="172B46"/>
                </a:solidFill>
                <a:latin typeface="Arial"/>
                <a:ea typeface="Arial"/>
                <a:cs typeface="Arial"/>
              </a:rPr>
              <a:t>512 × 512</a:t>
            </a:r>
          </a:p>
          <a:p xmlns:a="http://schemas.openxmlformats.org/drawingml/2006/main">
            <a:pPr algn="ctr">
              <a:buNone/>
              <a:defRPr sz="1200" b="0">
                <a:solidFill>
                  <a:srgbClr val="172B46"/>
                </a:solidFill>
                <a:latin typeface="Arial"/>
                <a:ea typeface="Arial"/>
                <a:cs typeface="Arial"/>
              </a:defRPr>
            </a:pPr>
            <a:r>
              <a:rPr sz="1200" b="0">
                <a:solidFill>
                  <a:srgbClr val="172B46"/>
                </a:solidFill>
                <a:latin typeface="Arial"/>
                <a:ea typeface="Arial"/>
                <a:cs typeface="Arial"/>
              </a:rPr>
              <a:t>RGB patch</a:t>
            </a:r>
          </a:p>
        </p:txBody>
      </p:sp>
      <p:sp>
        <p:nvSpPr>
          <p:cNvPr id="15" name="coordinate-augmentation">
            <a:extLst xmlns:a="http://schemas.openxmlformats.org/drawingml/2006/main">
              <a:ext uri="{FF2B5EF4-FFF2-40B4-BE49-F238E27FC236}">
                <a16:creationId xmlns:a16="http://schemas.microsoft.com/office/drawing/2014/main" id="{D3F7FA5F-2FCE-494E-ADCC-BB0D68FF3C90}"/>
              </a:ext>
            </a:extLst>
          </p:cNvPr>
          <p:cNvSpPr>
            <a:spLocks xmlns:a="http://schemas.openxmlformats.org/drawingml/2006/main" noGrp="1"/>
          </p:cNvSpPr>
          <p:nvPr/>
        </p:nvSpPr>
        <p:spPr>
          <a:xfrm xmlns:a="http://schemas.openxmlformats.org/drawingml/2006/main">
            <a:off x="1762125" y="1266825"/>
            <a:ext cx="1809750" cy="4238625"/>
          </a:xfrm>
          <a:prstGeom xmlns:a="http://schemas.openxmlformats.org/drawingml/2006/main" prst="roundRect">
            <a:avLst>
              <a:gd name="adj" fmla="val 6316"/>
            </a:avLst>
          </a:prstGeom>
          <a:solidFill xmlns:a="http://schemas.openxmlformats.org/drawingml/2006/main">
            <a:srgbClr val="E1EDF7"/>
          </a:solidFill>
          <a:ln xmlns:a="http://schemas.openxmlformats.org/drawingml/2006/main" w="12383">
            <a:solidFill>
              <a:srgbClr val="8EAEC8"/>
            </a:solidFill>
            <a:prstDash val="solid"/>
          </a:ln>
        </p:spPr>
      </p:sp>
      <p:cxnSp>
        <p:nvCxnSpPr>
          <p:cNvPr id="18" name="">
            <a:extLst xmlns:a="http://schemas.openxmlformats.org/drawingml/2006/main">
              <a:ext uri="{FF2B5EF4-FFF2-40B4-BE49-F238E27FC236}">
                <a16:creationId xmlns:a16="http://schemas.microsoft.com/office/drawing/2014/main" id="{C1D49E5B-D31E-4B93-AC92-C22EB4BA9BD7}"/>
              </a:ext>
            </a:extLst>
          </p:cNvPr>
          <p:cNvCxnSpPr>
            <a:stCxn xmlns:a="http://schemas.openxmlformats.org/drawingml/2006/main" id="12" idx="3"/>
            <a:endCxn xmlns:a="http://schemas.openxmlformats.org/drawingml/2006/main" id="15" idx="1"/>
          </p:cNvCxnSpPr>
          <p:nvPr/>
        </p:nvCxnSpPr>
        <p:spPr>
          <a:xfrm xmlns:a="http://schemas.openxmlformats.org/drawingml/2006/main" flipV="1">
            <a:off x="1514475" y="3386138"/>
            <a:ext cx="247650" cy="14288"/>
          </a:xfrm>
          <a:prstGeom xmlns:a="http://schemas.openxmlformats.org/drawingml/2006/main" prst="straightConnector1">
            <a:avLst/>
          </a:prstGeom>
          <a:ln xmlns:a="http://schemas.openxmlformats.org/drawingml/2006/main" w="28575">
            <a:solidFill>
              <a:srgbClr val="244D7B"/>
            </a:solidFill>
            <a:prstDash val="solid"/>
            <a:tailEnd type="triangle" w="med" len="med"/>
          </a:ln>
        </p:spPr>
      </p:cxnSp>
      <p:sp>
        <p:nvSpPr>
          <p:cNvPr id="31" name="six-channel-concatenation">
            <a:extLst xmlns:a="http://schemas.openxmlformats.org/drawingml/2006/main">
              <a:ext uri="{FF2B5EF4-FFF2-40B4-BE49-F238E27FC236}">
                <a16:creationId xmlns:a16="http://schemas.microsoft.com/office/drawing/2014/main" id="{6AF67C94-A44B-47BF-B64C-864B9E031259}"/>
              </a:ext>
            </a:extLst>
          </p:cNvPr>
          <p:cNvSpPr>
            <a:spLocks xmlns:a="http://schemas.openxmlformats.org/drawingml/2006/main" noGrp="1"/>
          </p:cNvSpPr>
          <p:nvPr/>
        </p:nvSpPr>
        <p:spPr>
          <a:xfrm xmlns:a="http://schemas.openxmlformats.org/drawingml/2006/main">
            <a:off x="1943100" y="5095875"/>
            <a:ext cx="1447800" cy="285750"/>
          </a:xfrm>
          <a:prstGeom xmlns:a="http://schemas.openxmlformats.org/drawingml/2006/main" prst="roundRect">
            <a:avLst>
              <a:gd name="adj" fmla="val 22222"/>
            </a:avLst>
          </a:prstGeom>
          <a:noFill xmlns:a="http://schemas.openxmlformats.org/drawingml/2006/main"/>
          <a:ln xmlns:a="http://schemas.openxmlformats.org/drawingml/2006/main" w="0">
            <a:noFill/>
            <a:prstDash val="solid"/>
          </a:ln>
        </p:spPr>
        <p:txBody>
          <a:bodyPr xmlns:a="http://schemas.openxmlformats.org/drawingml/2006/main" lIns="47625" tIns="47625" rIns="47625" bIns="47625" anchor="ctr">
            <a:noAutofit/>
          </a:bodyPr>
          <a:lstStyle xmlns:a="http://schemas.openxmlformats.org/drawingml/2006/main">
            <a:defPPr algn="ctr">
              <a:defRPr sz="1425" b="1">
                <a:solidFill>
                  <a:srgbClr val="172B46"/>
                </a:solidFill>
                <a:latin typeface="Arial"/>
                <a:ea typeface="Arial"/>
                <a:cs typeface="Arial"/>
              </a:defRPr>
            </a:defPPr>
          </a:lstStyle>
          <a:p xmlns:a="http://schemas.openxmlformats.org/drawingml/2006/main">
            <a:pPr algn="ctr">
              <a:buNone/>
              <a:defRPr sz="1425" b="1">
                <a:solidFill>
                  <a:srgbClr val="172B46"/>
                </a:solidFill>
                <a:latin typeface="Arial"/>
                <a:ea typeface="Arial"/>
                <a:cs typeface="Arial"/>
              </a:defRPr>
            </a:pPr>
            <a:r>
              <a:rPr sz="1425" b="1">
                <a:solidFill>
                  <a:srgbClr val="172B46"/>
                </a:solidFill>
                <a:latin typeface="Arial"/>
                <a:ea typeface="Arial"/>
                <a:cs typeface="Arial"/>
              </a:rPr>
              <a:t/>
            </a:r>
          </a:p>
        </p:txBody>
      </p:sp>
      <p:sp>
        <p:nvSpPr>
          <p:cNvPr id="33" name="primary-training-label">
            <a:extLst xmlns:a="http://schemas.openxmlformats.org/drawingml/2006/main">
              <a:ext uri="{FF2B5EF4-FFF2-40B4-BE49-F238E27FC236}">
                <a16:creationId xmlns:a16="http://schemas.microsoft.com/office/drawing/2014/main" id="{917E8340-B893-463E-B6B5-2C48B92CA1D0}"/>
              </a:ext>
            </a:extLst>
          </p:cNvPr>
          <p:cNvSpPr>
            <a:spLocks xmlns:a="http://schemas.openxmlformats.org/drawingml/2006/main" noGrp="1"/>
          </p:cNvSpPr>
          <p:nvPr/>
        </p:nvSpPr>
        <p:spPr>
          <a:xfrm xmlns:a="http://schemas.openxmlformats.org/drawingml/2006/main">
            <a:off x="381000" y="5619750"/>
            <a:ext cx="32099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275" b="1">
                <a:solidFill>
                  <a:srgbClr val="172B46"/>
                </a:solidFill>
                <a:latin typeface="Arial"/>
                <a:ea typeface="Arial"/>
                <a:cs typeface="Arial"/>
              </a:defRPr>
            </a:defPPr>
          </a:lstStyle>
          <a:p xmlns:a="http://schemas.openxmlformats.org/drawingml/2006/main">
            <a:pPr algn="ctr">
              <a:buNone/>
              <a:defRPr sz="1275" b="1">
                <a:solidFill>
                  <a:srgbClr val="172B46"/>
                </a:solidFill>
                <a:latin typeface="Arial"/>
                <a:ea typeface="Arial"/>
                <a:cs typeface="Arial"/>
              </a:defRPr>
            </a:pPr>
            <a:r>
              <a:rPr sz="1275" b="1">
                <a:solidFill>
                  <a:srgbClr val="172B46"/>
                </a:solidFill>
                <a:latin typeface="Arial"/>
                <a:ea typeface="Arial"/>
                <a:cs typeface="Arial"/>
              </a:rPr>
              <a:t>Primary A/B training</a:t>
            </a:r>
          </a:p>
        </p:txBody>
      </p:sp>
      <p:sp>
        <p:nvSpPr>
          <p:cNvPr id="34" name="primary-training-recipe">
            <a:extLst xmlns:a="http://schemas.openxmlformats.org/drawingml/2006/main">
              <a:ext uri="{FF2B5EF4-FFF2-40B4-BE49-F238E27FC236}">
                <a16:creationId xmlns:a16="http://schemas.microsoft.com/office/drawing/2014/main" id="{B2D3B83B-8079-49AB-8590-A26EEC983B34}"/>
              </a:ext>
            </a:extLst>
          </p:cNvPr>
          <p:cNvSpPr>
            <a:spLocks xmlns:a="http://schemas.openxmlformats.org/drawingml/2006/main" noGrp="1"/>
          </p:cNvSpPr>
          <p:nvPr/>
        </p:nvSpPr>
        <p:spPr>
          <a:xfrm xmlns:a="http://schemas.openxmlformats.org/drawingml/2006/main">
            <a:off x="342900" y="5867400"/>
            <a:ext cx="3314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125" b="0">
                <a:solidFill>
                  <a:srgbClr val="172B46"/>
                </a:solidFill>
                <a:latin typeface="Arial"/>
                <a:ea typeface="Arial"/>
                <a:cs typeface="Arial"/>
              </a:defRPr>
            </a:defPPr>
          </a:lstStyle>
          <a:p xmlns:a="http://schemas.openxmlformats.org/drawingml/2006/main">
            <a:pPr algn="ctr">
              <a:buNone/>
              <a:defRPr sz="1125" b="0">
                <a:solidFill>
                  <a:srgbClr val="172B46"/>
                </a:solidFill>
                <a:latin typeface="Arial"/>
                <a:ea typeface="Arial"/>
                <a:cs typeface="Arial"/>
              </a:defRPr>
            </a:pPr>
            <a:r>
              <a:rPr sz="1125" b="0">
                <a:solidFill>
                  <a:srgbClr val="172B46"/>
                </a:solidFill>
                <a:latin typeface="Arial"/>
                <a:ea typeface="Arial"/>
                <a:cs typeface="Arial"/>
              </a:rPr>
              <a:t>Dice–Focal + foreground sampling (0.5)</a:t>
            </a:r>
          </a:p>
        </p:txBody>
      </p:sp>
      <p:sp>
        <p:nvSpPr>
          <p:cNvPr id="35" name="encoder-heading">
            <a:extLst xmlns:a="http://schemas.openxmlformats.org/drawingml/2006/main">
              <a:ext uri="{FF2B5EF4-FFF2-40B4-BE49-F238E27FC236}">
                <a16:creationId xmlns:a16="http://schemas.microsoft.com/office/drawing/2014/main" id="{A805E003-206F-44B2-A826-D85FC32D0108}"/>
              </a:ext>
            </a:extLst>
          </p:cNvPr>
          <p:cNvSpPr>
            <a:spLocks xmlns:a="http://schemas.openxmlformats.org/drawingml/2006/main" noGrp="1"/>
          </p:cNvSpPr>
          <p:nvPr/>
        </p:nvSpPr>
        <p:spPr>
          <a:xfrm xmlns:a="http://schemas.openxmlformats.org/drawingml/2006/main">
            <a:off x="4257675" y="145732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00" b="1">
                <a:solidFill>
                  <a:srgbClr val="172B46"/>
                </a:solidFill>
                <a:latin typeface="Arial"/>
                <a:ea typeface="Arial"/>
                <a:cs typeface="Arial"/>
              </a:defRPr>
            </a:defPPr>
          </a:lstStyle>
          <a:p xmlns:a="http://schemas.openxmlformats.org/drawingml/2006/main">
            <a:pPr algn="ctr">
              <a:buNone/>
              <a:defRPr sz="1500" b="1">
                <a:solidFill>
                  <a:srgbClr val="172B46"/>
                </a:solidFill>
                <a:latin typeface="Arial"/>
                <a:ea typeface="Arial"/>
                <a:cs typeface="Arial"/>
              </a:defRPr>
            </a:pPr>
            <a:r>
              <a:rPr sz="1500" b="1">
                <a:solidFill>
                  <a:srgbClr val="172B46"/>
                </a:solidFill>
                <a:latin typeface="Arial"/>
                <a:ea typeface="Arial"/>
                <a:cs typeface="Arial"/>
              </a:rPr>
              <a:t>Encoder</a:t>
            </a:r>
          </a:p>
        </p:txBody>
      </p:sp>
      <p:sp>
        <p:nvSpPr>
          <p:cNvPr id="36" name="decoder-heading">
            <a:extLst xmlns:a="http://schemas.openxmlformats.org/drawingml/2006/main">
              <a:ext uri="{FF2B5EF4-FFF2-40B4-BE49-F238E27FC236}">
                <a16:creationId xmlns:a16="http://schemas.microsoft.com/office/drawing/2014/main" id="{32C7B680-8E4F-4242-8A03-5475487662D6}"/>
              </a:ext>
            </a:extLst>
          </p:cNvPr>
          <p:cNvSpPr>
            <a:spLocks xmlns:a="http://schemas.openxmlformats.org/drawingml/2006/main" noGrp="1"/>
          </p:cNvSpPr>
          <p:nvPr/>
        </p:nvSpPr>
        <p:spPr>
          <a:xfrm xmlns:a="http://schemas.openxmlformats.org/drawingml/2006/main">
            <a:off x="6829425" y="1457325"/>
            <a:ext cx="1476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500" b="1">
                <a:solidFill>
                  <a:srgbClr val="172B46"/>
                </a:solidFill>
                <a:latin typeface="Arial"/>
                <a:ea typeface="Arial"/>
                <a:cs typeface="Arial"/>
              </a:defRPr>
            </a:defPPr>
          </a:lstStyle>
          <a:p xmlns:a="http://schemas.openxmlformats.org/drawingml/2006/main">
            <a:pPr algn="ctr">
              <a:buNone/>
              <a:defRPr sz="1500" b="1">
                <a:solidFill>
                  <a:srgbClr val="172B46"/>
                </a:solidFill>
                <a:latin typeface="Arial"/>
                <a:ea typeface="Arial"/>
                <a:cs typeface="Arial"/>
              </a:defRPr>
            </a:pPr>
            <a:r>
              <a:rPr sz="1500" b="1">
                <a:solidFill>
                  <a:srgbClr val="172B46"/>
                </a:solidFill>
                <a:latin typeface="Arial"/>
                <a:ea typeface="Arial"/>
                <a:cs typeface="Arial"/>
              </a:rPr>
              <a:t>Decoder</a:t>
            </a:r>
          </a:p>
        </p:txBody>
      </p:sp>
      <p:sp>
        <p:nvSpPr>
          <p:cNvPr id="37" name="encoder-stage-top">
            <a:extLst xmlns:a="http://schemas.openxmlformats.org/drawingml/2006/main">
              <a:ext uri="{FF2B5EF4-FFF2-40B4-BE49-F238E27FC236}">
                <a16:creationId xmlns:a16="http://schemas.microsoft.com/office/drawing/2014/main" id="{C25148A1-A8BC-430C-8D4E-5C865F880BB7}"/>
              </a:ext>
            </a:extLst>
          </p:cNvPr>
          <p:cNvSpPr>
            <a:spLocks xmlns:a="http://schemas.openxmlformats.org/drawingml/2006/main" noGrp="1"/>
          </p:cNvSpPr>
          <p:nvPr/>
        </p:nvSpPr>
        <p:spPr>
          <a:xfrm xmlns:a="http://schemas.openxmlformats.org/drawingml/2006/main">
            <a:off x="4257675" y="1847850"/>
            <a:ext cx="1485900" cy="685800"/>
          </a:xfrm>
          <a:prstGeom xmlns:a="http://schemas.openxmlformats.org/drawingml/2006/main" prst="roundRect">
            <a:avLst>
              <a:gd name="adj" fmla="val 13889"/>
            </a:avLst>
          </a:prstGeom>
          <a:solidFill xmlns:a="http://schemas.openxmlformats.org/drawingml/2006/main">
            <a:srgbClr val="E8F0F8"/>
          </a:solidFill>
          <a:ln xmlns:a="http://schemas.openxmlformats.org/drawingml/2006/main" w="12383">
            <a:solidFill>
              <a:srgbClr val="244D7B"/>
            </a:solidFill>
            <a:prstDash val="solid"/>
          </a:ln>
        </p:spPr>
        <p:txBody>
          <a:bodyPr xmlns:a="http://schemas.openxmlformats.org/drawingml/2006/main" lIns="47625" tIns="47625" rIns="47625" bIns="47625" anchor="ctr">
            <a:noAutofit/>
          </a:bodyPr>
          <a:lstStyle xmlns:a="http://schemas.openxmlformats.org/drawingml/2006/main">
            <a:defPPr algn="ctr">
              <a:defRPr sz="1425" b="1">
                <a:solidFill>
                  <a:srgbClr val="172B46"/>
                </a:solidFill>
                <a:latin typeface="Arial"/>
                <a:ea typeface="Arial"/>
                <a:cs typeface="Arial"/>
              </a:defRPr>
            </a:defPPr>
          </a:lstStyle>
          <a:p xmlns:a="http://schemas.openxmlformats.org/drawingml/2006/main">
            <a:pPr algn="ctr">
              <a:buNone/>
              <a:defRPr sz="1425" b="1">
                <a:solidFill>
                  <a:srgbClr val="172B46"/>
                </a:solidFill>
                <a:latin typeface="Arial"/>
                <a:ea typeface="Arial"/>
                <a:cs typeface="Arial"/>
              </a:defRPr>
            </a:pPr>
            <a:r>
              <a:rPr sz="1425" b="1">
                <a:solidFill>
                  <a:srgbClr val="172B46"/>
                </a:solidFill>
                <a:latin typeface="Arial"/>
                <a:ea typeface="Arial"/>
                <a:cs typeface="Arial"/>
              </a:rPr>
              <a:t>Encoder</a:t>
            </a:r>
          </a:p>
          <a:p xmlns:a="http://schemas.openxmlformats.org/drawingml/2006/main">
            <a:pPr algn="ctr">
              <a:buNone/>
              <a:defRPr sz="1425" b="1">
                <a:solidFill>
                  <a:srgbClr val="172B46"/>
                </a:solidFill>
                <a:latin typeface="Arial"/>
                <a:ea typeface="Arial"/>
                <a:cs typeface="Arial"/>
              </a:defRPr>
            </a:pPr>
            <a:r>
              <a:rPr sz="1425" b="1">
                <a:solidFill>
                  <a:srgbClr val="172B46"/>
                </a:solidFill>
                <a:latin typeface="Arial"/>
                <a:ea typeface="Arial"/>
                <a:cs typeface="Arial"/>
              </a:rPr>
              <a:t>stage</a:t>
            </a:r>
          </a:p>
        </p:txBody>
      </p:sp>
      <p:sp>
        <p:nvSpPr>
          <p:cNvPr id="38" name="encoder-stage-middle">
            <a:extLst xmlns:a="http://schemas.openxmlformats.org/drawingml/2006/main">
              <a:ext uri="{FF2B5EF4-FFF2-40B4-BE49-F238E27FC236}">
                <a16:creationId xmlns:a16="http://schemas.microsoft.com/office/drawing/2014/main" id="{766533B1-238F-40CD-A473-672BC5990769}"/>
              </a:ext>
            </a:extLst>
          </p:cNvPr>
          <p:cNvSpPr>
            <a:spLocks xmlns:a="http://schemas.openxmlformats.org/drawingml/2006/main" noGrp="1"/>
          </p:cNvSpPr>
          <p:nvPr/>
        </p:nvSpPr>
        <p:spPr>
          <a:xfrm xmlns:a="http://schemas.openxmlformats.org/drawingml/2006/main">
            <a:off x="4495800" y="3067050"/>
            <a:ext cx="1409700" cy="657225"/>
          </a:xfrm>
          <a:prstGeom xmlns:a="http://schemas.openxmlformats.org/drawingml/2006/main" prst="roundRect">
            <a:avLst>
              <a:gd name="adj" fmla="val 14493"/>
            </a:avLst>
          </a:prstGeom>
          <a:solidFill xmlns:a="http://schemas.openxmlformats.org/drawingml/2006/main">
            <a:srgbClr val="E8F0F8"/>
          </a:solidFill>
          <a:ln xmlns:a="http://schemas.openxmlformats.org/drawingml/2006/main" w="12383">
            <a:solidFill>
              <a:srgbClr val="244D7B"/>
            </a:solidFill>
            <a:prstDash val="solid"/>
          </a:ln>
        </p:spPr>
        <p:txBody>
          <a:bodyPr xmlns:a="http://schemas.openxmlformats.org/drawingml/2006/main" lIns="47625" tIns="47625" rIns="47625" bIns="47625" anchor="ctr">
            <a:noAutofit/>
          </a:bodyPr>
          <a:lstStyle xmlns:a="http://schemas.openxmlformats.org/drawingml/2006/main">
            <a:defPPr algn="ctr">
              <a:defRPr sz="1425" b="1">
                <a:solidFill>
                  <a:srgbClr val="172B46"/>
                </a:solidFill>
                <a:latin typeface="Arial"/>
                <a:ea typeface="Arial"/>
                <a:cs typeface="Arial"/>
              </a:defRPr>
            </a:defPPr>
          </a:lstStyle>
          <a:p xmlns:a="http://schemas.openxmlformats.org/drawingml/2006/main">
            <a:pPr algn="ctr">
              <a:buNone/>
              <a:defRPr sz="1425" b="1">
                <a:solidFill>
                  <a:srgbClr val="172B46"/>
                </a:solidFill>
                <a:latin typeface="Arial"/>
                <a:ea typeface="Arial"/>
                <a:cs typeface="Arial"/>
              </a:defRPr>
            </a:pPr>
            <a:r>
              <a:rPr sz="1425" b="1">
                <a:solidFill>
                  <a:srgbClr val="172B46"/>
                </a:solidFill>
                <a:latin typeface="Arial"/>
                <a:ea typeface="Arial"/>
                <a:cs typeface="Arial"/>
              </a:rPr>
              <a:t>Encoder</a:t>
            </a:r>
          </a:p>
          <a:p xmlns:a="http://schemas.openxmlformats.org/drawingml/2006/main">
            <a:pPr algn="ctr">
              <a:buNone/>
              <a:defRPr sz="1425" b="1">
                <a:solidFill>
                  <a:srgbClr val="172B46"/>
                </a:solidFill>
                <a:latin typeface="Arial"/>
                <a:ea typeface="Arial"/>
                <a:cs typeface="Arial"/>
              </a:defRPr>
            </a:pPr>
            <a:r>
              <a:rPr sz="1425" b="1">
                <a:solidFill>
                  <a:srgbClr val="172B46"/>
                </a:solidFill>
                <a:latin typeface="Arial"/>
                <a:ea typeface="Arial"/>
                <a:cs typeface="Arial"/>
              </a:rPr>
              <a:t>stage</a:t>
            </a:r>
          </a:p>
        </p:txBody>
      </p:sp>
      <p:sp>
        <p:nvSpPr>
          <p:cNvPr id="39" name="encoder-stage-lower">
            <a:extLst xmlns:a="http://schemas.openxmlformats.org/drawingml/2006/main">
              <a:ext uri="{FF2B5EF4-FFF2-40B4-BE49-F238E27FC236}">
                <a16:creationId xmlns:a16="http://schemas.microsoft.com/office/drawing/2014/main" id="{933489BB-F268-4D13-89C4-AB9789186710}"/>
              </a:ext>
            </a:extLst>
          </p:cNvPr>
          <p:cNvSpPr>
            <a:spLocks xmlns:a="http://schemas.openxmlformats.org/drawingml/2006/main" noGrp="1"/>
          </p:cNvSpPr>
          <p:nvPr/>
        </p:nvSpPr>
        <p:spPr>
          <a:xfrm xmlns:a="http://schemas.openxmlformats.org/drawingml/2006/main">
            <a:off x="4724400" y="4276725"/>
            <a:ext cx="1304925" cy="638175"/>
          </a:xfrm>
          <a:prstGeom xmlns:a="http://schemas.openxmlformats.org/drawingml/2006/main" prst="roundRect">
            <a:avLst>
              <a:gd name="adj" fmla="val 14925"/>
            </a:avLst>
          </a:prstGeom>
          <a:solidFill xmlns:a="http://schemas.openxmlformats.org/drawingml/2006/main">
            <a:srgbClr val="E8F0F8"/>
          </a:solidFill>
          <a:ln xmlns:a="http://schemas.openxmlformats.org/drawingml/2006/main" w="12383">
            <a:solidFill>
              <a:srgbClr val="244D7B"/>
            </a:solidFill>
            <a:prstDash val="solid"/>
          </a:ln>
        </p:spPr>
        <p:txBody>
          <a:bodyPr xmlns:a="http://schemas.openxmlformats.org/drawingml/2006/main" lIns="47625" tIns="47625" rIns="47625" bIns="47625" anchor="ctr">
            <a:noAutofit/>
          </a:bodyPr>
          <a:lstStyle xmlns:a="http://schemas.openxmlformats.org/drawingml/2006/main">
            <a:defPPr algn="ctr">
              <a:defRPr sz="1425" b="1">
                <a:solidFill>
                  <a:srgbClr val="172B46"/>
                </a:solidFill>
                <a:latin typeface="Arial"/>
                <a:ea typeface="Arial"/>
                <a:cs typeface="Arial"/>
              </a:defRPr>
            </a:defPPr>
          </a:lstStyle>
          <a:p xmlns:a="http://schemas.openxmlformats.org/drawingml/2006/main">
            <a:pPr algn="ctr">
              <a:buNone/>
              <a:defRPr sz="1425" b="1">
                <a:solidFill>
                  <a:srgbClr val="172B46"/>
                </a:solidFill>
                <a:latin typeface="Arial"/>
                <a:ea typeface="Arial"/>
                <a:cs typeface="Arial"/>
              </a:defRPr>
            </a:pPr>
            <a:r>
              <a:rPr sz="1425" b="1">
                <a:solidFill>
                  <a:srgbClr val="172B46"/>
                </a:solidFill>
                <a:latin typeface="Arial"/>
                <a:ea typeface="Arial"/>
                <a:cs typeface="Arial"/>
              </a:rPr>
              <a:t>Encoder</a:t>
            </a:r>
          </a:p>
          <a:p xmlns:a="http://schemas.openxmlformats.org/drawingml/2006/main">
            <a:pPr algn="ctr">
              <a:buNone/>
              <a:defRPr sz="1425" b="1">
                <a:solidFill>
                  <a:srgbClr val="172B46"/>
                </a:solidFill>
                <a:latin typeface="Arial"/>
                <a:ea typeface="Arial"/>
                <a:cs typeface="Arial"/>
              </a:defRPr>
            </a:pPr>
            <a:r>
              <a:rPr sz="1425" b="1">
                <a:solidFill>
                  <a:srgbClr val="172B46"/>
                </a:solidFill>
                <a:latin typeface="Arial"/>
                <a:ea typeface="Arial"/>
                <a:cs typeface="Arial"/>
              </a:rPr>
              <a:t>stage</a:t>
            </a:r>
          </a:p>
        </p:txBody>
      </p:sp>
      <p:sp>
        <p:nvSpPr>
          <p:cNvPr id="40" name="encoder-stage-bottom">
            <a:extLst xmlns:a="http://schemas.openxmlformats.org/drawingml/2006/main">
              <a:ext uri="{FF2B5EF4-FFF2-40B4-BE49-F238E27FC236}">
                <a16:creationId xmlns:a16="http://schemas.microsoft.com/office/drawing/2014/main" id="{C4DFD6B7-AB91-4904-832F-AD0DF8373CA4}"/>
              </a:ext>
            </a:extLst>
          </p:cNvPr>
          <p:cNvSpPr>
            <a:spLocks xmlns:a="http://schemas.openxmlformats.org/drawingml/2006/main" noGrp="1"/>
          </p:cNvSpPr>
          <p:nvPr/>
        </p:nvSpPr>
        <p:spPr>
          <a:xfrm xmlns:a="http://schemas.openxmlformats.org/drawingml/2006/main">
            <a:off x="4981575" y="5429250"/>
            <a:ext cx="1228725" cy="571500"/>
          </a:xfrm>
          <a:prstGeom xmlns:a="http://schemas.openxmlformats.org/drawingml/2006/main" prst="roundRect">
            <a:avLst>
              <a:gd name="adj" fmla="val 16667"/>
            </a:avLst>
          </a:prstGeom>
          <a:solidFill xmlns:a="http://schemas.openxmlformats.org/drawingml/2006/main">
            <a:srgbClr val="E8F0F8"/>
          </a:solidFill>
          <a:ln xmlns:a="http://schemas.openxmlformats.org/drawingml/2006/main" w="12383">
            <a:solidFill>
              <a:srgbClr val="244D7B"/>
            </a:solidFill>
            <a:prstDash val="solid"/>
          </a:ln>
        </p:spPr>
        <p:txBody>
          <a:bodyPr xmlns:a="http://schemas.openxmlformats.org/drawingml/2006/main" lIns="47625" tIns="47625" rIns="47625" bIns="47625" anchor="ctr">
            <a:noAutofit/>
          </a:bodyPr>
          <a:lstStyle xmlns:a="http://schemas.openxmlformats.org/drawingml/2006/main">
            <a:defPPr algn="ctr">
              <a:defRPr sz="1425" b="1">
                <a:solidFill>
                  <a:srgbClr val="172B46"/>
                </a:solidFill>
                <a:latin typeface="Arial"/>
                <a:ea typeface="Arial"/>
                <a:cs typeface="Arial"/>
              </a:defRPr>
            </a:defPPr>
          </a:lstStyle>
          <a:p xmlns:a="http://schemas.openxmlformats.org/drawingml/2006/main">
            <a:pPr algn="ctr">
              <a:buNone/>
              <a:defRPr sz="1425" b="1">
                <a:solidFill>
                  <a:srgbClr val="172B46"/>
                </a:solidFill>
                <a:latin typeface="Arial"/>
                <a:ea typeface="Arial"/>
                <a:cs typeface="Arial"/>
              </a:defRPr>
            </a:pPr>
            <a:r>
              <a:rPr sz="1425" b="1">
                <a:solidFill>
                  <a:srgbClr val="172B46"/>
                </a:solidFill>
                <a:latin typeface="Arial"/>
                <a:ea typeface="Arial"/>
                <a:cs typeface="Arial"/>
              </a:rPr>
              <a:t>Encoder</a:t>
            </a:r>
          </a:p>
          <a:p xmlns:a="http://schemas.openxmlformats.org/drawingml/2006/main">
            <a:pPr algn="ctr">
              <a:buNone/>
              <a:defRPr sz="1425" b="1">
                <a:solidFill>
                  <a:srgbClr val="172B46"/>
                </a:solidFill>
                <a:latin typeface="Arial"/>
                <a:ea typeface="Arial"/>
                <a:cs typeface="Arial"/>
              </a:defRPr>
            </a:pPr>
            <a:r>
              <a:rPr sz="1425" b="1">
                <a:solidFill>
                  <a:srgbClr val="172B46"/>
                </a:solidFill>
                <a:latin typeface="Arial"/>
                <a:ea typeface="Arial"/>
                <a:cs typeface="Arial"/>
              </a:rPr>
              <a:t>stage</a:t>
            </a:r>
          </a:p>
        </p:txBody>
      </p:sp>
      <p:sp>
        <p:nvSpPr>
          <p:cNvPr id="41" name="decoder-stage-top">
            <a:extLst xmlns:a="http://schemas.openxmlformats.org/drawingml/2006/main">
              <a:ext uri="{FF2B5EF4-FFF2-40B4-BE49-F238E27FC236}">
                <a16:creationId xmlns:a16="http://schemas.microsoft.com/office/drawing/2014/main" id="{AC43A3B6-D36E-4C3D-B650-596F111BBECB}"/>
              </a:ext>
            </a:extLst>
          </p:cNvPr>
          <p:cNvSpPr>
            <a:spLocks xmlns:a="http://schemas.openxmlformats.org/drawingml/2006/main" noGrp="1"/>
          </p:cNvSpPr>
          <p:nvPr/>
        </p:nvSpPr>
        <p:spPr>
          <a:xfrm xmlns:a="http://schemas.openxmlformats.org/drawingml/2006/main">
            <a:off x="6858000" y="1847850"/>
            <a:ext cx="1476375" cy="685800"/>
          </a:xfrm>
          <a:prstGeom xmlns:a="http://schemas.openxmlformats.org/drawingml/2006/main" prst="roundRect">
            <a:avLst>
              <a:gd name="adj" fmla="val 13889"/>
            </a:avLst>
          </a:prstGeom>
          <a:solidFill xmlns:a="http://schemas.openxmlformats.org/drawingml/2006/main">
            <a:srgbClr val="E8F0F8"/>
          </a:solidFill>
          <a:ln xmlns:a="http://schemas.openxmlformats.org/drawingml/2006/main" w="12383">
            <a:solidFill>
              <a:srgbClr val="244D7B"/>
            </a:solidFill>
            <a:prstDash val="solid"/>
          </a:ln>
        </p:spPr>
        <p:txBody>
          <a:bodyPr xmlns:a="http://schemas.openxmlformats.org/drawingml/2006/main" lIns="47625" tIns="47625" rIns="47625" bIns="47625" anchor="ctr">
            <a:noAutofit/>
          </a:bodyPr>
          <a:lstStyle xmlns:a="http://schemas.openxmlformats.org/drawingml/2006/main">
            <a:defPPr algn="ctr">
              <a:defRPr sz="1425" b="1">
                <a:solidFill>
                  <a:srgbClr val="172B46"/>
                </a:solidFill>
                <a:latin typeface="Arial"/>
                <a:ea typeface="Arial"/>
                <a:cs typeface="Arial"/>
              </a:defRPr>
            </a:defPPr>
          </a:lstStyle>
          <a:p xmlns:a="http://schemas.openxmlformats.org/drawingml/2006/main">
            <a:pPr algn="ctr">
              <a:buNone/>
              <a:defRPr sz="1425" b="1">
                <a:solidFill>
                  <a:srgbClr val="172B46"/>
                </a:solidFill>
                <a:latin typeface="Arial"/>
                <a:ea typeface="Arial"/>
                <a:cs typeface="Arial"/>
              </a:defRPr>
            </a:pPr>
            <a:r>
              <a:rPr sz="1425" b="1">
                <a:solidFill>
                  <a:srgbClr val="172B46"/>
                </a:solidFill>
                <a:latin typeface="Arial"/>
                <a:ea typeface="Arial"/>
                <a:cs typeface="Arial"/>
              </a:rPr>
              <a:t>Decoder</a:t>
            </a:r>
          </a:p>
          <a:p xmlns:a="http://schemas.openxmlformats.org/drawingml/2006/main">
            <a:pPr algn="ctr">
              <a:buNone/>
              <a:defRPr sz="1425" b="1">
                <a:solidFill>
                  <a:srgbClr val="172B46"/>
                </a:solidFill>
                <a:latin typeface="Arial"/>
                <a:ea typeface="Arial"/>
                <a:cs typeface="Arial"/>
              </a:defRPr>
            </a:pPr>
            <a:r>
              <a:rPr sz="1425" b="1">
                <a:solidFill>
                  <a:srgbClr val="172B46"/>
                </a:solidFill>
                <a:latin typeface="Arial"/>
                <a:ea typeface="Arial"/>
                <a:cs typeface="Arial"/>
              </a:rPr>
              <a:t>stage</a:t>
            </a:r>
          </a:p>
        </p:txBody>
      </p:sp>
      <p:sp>
        <p:nvSpPr>
          <p:cNvPr id="42" name="decoder-stage-middle">
            <a:extLst xmlns:a="http://schemas.openxmlformats.org/drawingml/2006/main">
              <a:ext uri="{FF2B5EF4-FFF2-40B4-BE49-F238E27FC236}">
                <a16:creationId xmlns:a16="http://schemas.microsoft.com/office/drawing/2014/main" id="{792CB9B4-5FEC-4700-B930-E43C61643F5B}"/>
              </a:ext>
            </a:extLst>
          </p:cNvPr>
          <p:cNvSpPr>
            <a:spLocks xmlns:a="http://schemas.openxmlformats.org/drawingml/2006/main" noGrp="1"/>
          </p:cNvSpPr>
          <p:nvPr/>
        </p:nvSpPr>
        <p:spPr>
          <a:xfrm xmlns:a="http://schemas.openxmlformats.org/drawingml/2006/main">
            <a:off x="6696075" y="3067050"/>
            <a:ext cx="1419225" cy="657225"/>
          </a:xfrm>
          <a:prstGeom xmlns:a="http://schemas.openxmlformats.org/drawingml/2006/main" prst="roundRect">
            <a:avLst>
              <a:gd name="adj" fmla="val 14493"/>
            </a:avLst>
          </a:prstGeom>
          <a:solidFill xmlns:a="http://schemas.openxmlformats.org/drawingml/2006/main">
            <a:srgbClr val="E8F0F8"/>
          </a:solidFill>
          <a:ln xmlns:a="http://schemas.openxmlformats.org/drawingml/2006/main" w="12383">
            <a:solidFill>
              <a:srgbClr val="244D7B"/>
            </a:solidFill>
            <a:prstDash val="solid"/>
          </a:ln>
        </p:spPr>
        <p:txBody>
          <a:bodyPr xmlns:a="http://schemas.openxmlformats.org/drawingml/2006/main" lIns="47625" tIns="47625" rIns="47625" bIns="47625" anchor="ctr">
            <a:noAutofit/>
          </a:bodyPr>
          <a:lstStyle xmlns:a="http://schemas.openxmlformats.org/drawingml/2006/main">
            <a:defPPr algn="ctr">
              <a:defRPr sz="1425" b="1">
                <a:solidFill>
                  <a:srgbClr val="172B46"/>
                </a:solidFill>
                <a:latin typeface="Arial"/>
                <a:ea typeface="Arial"/>
                <a:cs typeface="Arial"/>
              </a:defRPr>
            </a:defPPr>
          </a:lstStyle>
          <a:p xmlns:a="http://schemas.openxmlformats.org/drawingml/2006/main">
            <a:pPr algn="ctr">
              <a:buNone/>
              <a:defRPr sz="1425" b="1">
                <a:solidFill>
                  <a:srgbClr val="172B46"/>
                </a:solidFill>
                <a:latin typeface="Arial"/>
                <a:ea typeface="Arial"/>
                <a:cs typeface="Arial"/>
              </a:defRPr>
            </a:pPr>
            <a:r>
              <a:rPr sz="1425" b="1">
                <a:solidFill>
                  <a:srgbClr val="172B46"/>
                </a:solidFill>
                <a:latin typeface="Arial"/>
                <a:ea typeface="Arial"/>
                <a:cs typeface="Arial"/>
              </a:rPr>
              <a:t>Decoder</a:t>
            </a:r>
          </a:p>
          <a:p xmlns:a="http://schemas.openxmlformats.org/drawingml/2006/main">
            <a:pPr algn="ctr">
              <a:buNone/>
              <a:defRPr sz="1425" b="1">
                <a:solidFill>
                  <a:srgbClr val="172B46"/>
                </a:solidFill>
                <a:latin typeface="Arial"/>
                <a:ea typeface="Arial"/>
                <a:cs typeface="Arial"/>
              </a:defRPr>
            </a:pPr>
            <a:r>
              <a:rPr sz="1425" b="1">
                <a:solidFill>
                  <a:srgbClr val="172B46"/>
                </a:solidFill>
                <a:latin typeface="Arial"/>
                <a:ea typeface="Arial"/>
                <a:cs typeface="Arial"/>
              </a:rPr>
              <a:t>stage</a:t>
            </a:r>
          </a:p>
        </p:txBody>
      </p:sp>
      <p:sp>
        <p:nvSpPr>
          <p:cNvPr id="43" name="decoder-stage-lower">
            <a:extLst xmlns:a="http://schemas.openxmlformats.org/drawingml/2006/main">
              <a:ext uri="{FF2B5EF4-FFF2-40B4-BE49-F238E27FC236}">
                <a16:creationId xmlns:a16="http://schemas.microsoft.com/office/drawing/2014/main" id="{40220415-698E-497D-A34F-891756C25F6F}"/>
              </a:ext>
            </a:extLst>
          </p:cNvPr>
          <p:cNvSpPr>
            <a:spLocks xmlns:a="http://schemas.openxmlformats.org/drawingml/2006/main" noGrp="1"/>
          </p:cNvSpPr>
          <p:nvPr/>
        </p:nvSpPr>
        <p:spPr>
          <a:xfrm xmlns:a="http://schemas.openxmlformats.org/drawingml/2006/main">
            <a:off x="6543675" y="4276725"/>
            <a:ext cx="1333500" cy="638175"/>
          </a:xfrm>
          <a:prstGeom xmlns:a="http://schemas.openxmlformats.org/drawingml/2006/main" prst="roundRect">
            <a:avLst>
              <a:gd name="adj" fmla="val 14925"/>
            </a:avLst>
          </a:prstGeom>
          <a:solidFill xmlns:a="http://schemas.openxmlformats.org/drawingml/2006/main">
            <a:srgbClr val="E8F0F8"/>
          </a:solidFill>
          <a:ln xmlns:a="http://schemas.openxmlformats.org/drawingml/2006/main" w="12383">
            <a:solidFill>
              <a:srgbClr val="244D7B"/>
            </a:solidFill>
            <a:prstDash val="solid"/>
          </a:ln>
        </p:spPr>
        <p:txBody>
          <a:bodyPr xmlns:a="http://schemas.openxmlformats.org/drawingml/2006/main" lIns="47625" tIns="47625" rIns="47625" bIns="47625" anchor="ctr">
            <a:noAutofit/>
          </a:bodyPr>
          <a:lstStyle xmlns:a="http://schemas.openxmlformats.org/drawingml/2006/main">
            <a:defPPr algn="ctr">
              <a:defRPr sz="1425" b="1">
                <a:solidFill>
                  <a:srgbClr val="172B46"/>
                </a:solidFill>
                <a:latin typeface="Arial"/>
                <a:ea typeface="Arial"/>
                <a:cs typeface="Arial"/>
              </a:defRPr>
            </a:defPPr>
          </a:lstStyle>
          <a:p xmlns:a="http://schemas.openxmlformats.org/drawingml/2006/main">
            <a:pPr algn="ctr">
              <a:buNone/>
              <a:defRPr sz="1425" b="1">
                <a:solidFill>
                  <a:srgbClr val="172B46"/>
                </a:solidFill>
                <a:latin typeface="Arial"/>
                <a:ea typeface="Arial"/>
                <a:cs typeface="Arial"/>
              </a:defRPr>
            </a:pPr>
            <a:r>
              <a:rPr sz="1425" b="1">
                <a:solidFill>
                  <a:srgbClr val="172B46"/>
                </a:solidFill>
                <a:latin typeface="Arial"/>
                <a:ea typeface="Arial"/>
                <a:cs typeface="Arial"/>
              </a:rPr>
              <a:t>Decoder</a:t>
            </a:r>
          </a:p>
          <a:p xmlns:a="http://schemas.openxmlformats.org/drawingml/2006/main">
            <a:pPr algn="ctr">
              <a:buNone/>
              <a:defRPr sz="1425" b="1">
                <a:solidFill>
                  <a:srgbClr val="172B46"/>
                </a:solidFill>
                <a:latin typeface="Arial"/>
                <a:ea typeface="Arial"/>
                <a:cs typeface="Arial"/>
              </a:defRPr>
            </a:pPr>
            <a:r>
              <a:rPr sz="1425" b="1">
                <a:solidFill>
                  <a:srgbClr val="172B46"/>
                </a:solidFill>
                <a:latin typeface="Arial"/>
                <a:ea typeface="Arial"/>
                <a:cs typeface="Arial"/>
              </a:rPr>
              <a:t>stage</a:t>
            </a:r>
          </a:p>
        </p:txBody>
      </p:sp>
      <p:sp>
        <p:nvSpPr>
          <p:cNvPr id="44" name="decoder-stage-bottom">
            <a:extLst xmlns:a="http://schemas.openxmlformats.org/drawingml/2006/main">
              <a:ext uri="{FF2B5EF4-FFF2-40B4-BE49-F238E27FC236}">
                <a16:creationId xmlns:a16="http://schemas.microsoft.com/office/drawing/2014/main" id="{3E962F1B-479B-4800-B2D0-F95E303EDA40}"/>
              </a:ext>
            </a:extLst>
          </p:cNvPr>
          <p:cNvSpPr>
            <a:spLocks xmlns:a="http://schemas.openxmlformats.org/drawingml/2006/main" noGrp="1"/>
          </p:cNvSpPr>
          <p:nvPr/>
        </p:nvSpPr>
        <p:spPr>
          <a:xfrm xmlns:a="http://schemas.openxmlformats.org/drawingml/2006/main">
            <a:off x="6381750" y="5429250"/>
            <a:ext cx="1228725" cy="571500"/>
          </a:xfrm>
          <a:prstGeom xmlns:a="http://schemas.openxmlformats.org/drawingml/2006/main" prst="roundRect">
            <a:avLst>
              <a:gd name="adj" fmla="val 16667"/>
            </a:avLst>
          </a:prstGeom>
          <a:solidFill xmlns:a="http://schemas.openxmlformats.org/drawingml/2006/main">
            <a:srgbClr val="E8F0F8"/>
          </a:solidFill>
          <a:ln xmlns:a="http://schemas.openxmlformats.org/drawingml/2006/main" w="12383">
            <a:solidFill>
              <a:srgbClr val="244D7B"/>
            </a:solidFill>
            <a:prstDash val="solid"/>
          </a:ln>
        </p:spPr>
        <p:txBody>
          <a:bodyPr xmlns:a="http://schemas.openxmlformats.org/drawingml/2006/main" lIns="47625" tIns="47625" rIns="47625" bIns="47625" anchor="ctr">
            <a:noAutofit/>
          </a:bodyPr>
          <a:lstStyle xmlns:a="http://schemas.openxmlformats.org/drawingml/2006/main">
            <a:defPPr algn="ctr">
              <a:defRPr sz="1425" b="1">
                <a:solidFill>
                  <a:srgbClr val="172B46"/>
                </a:solidFill>
                <a:latin typeface="Arial"/>
                <a:ea typeface="Arial"/>
                <a:cs typeface="Arial"/>
              </a:defRPr>
            </a:defPPr>
          </a:lstStyle>
          <a:p xmlns:a="http://schemas.openxmlformats.org/drawingml/2006/main">
            <a:pPr algn="ctr">
              <a:buNone/>
              <a:defRPr sz="1425" b="1">
                <a:solidFill>
                  <a:srgbClr val="172B46"/>
                </a:solidFill>
                <a:latin typeface="Arial"/>
                <a:ea typeface="Arial"/>
                <a:cs typeface="Arial"/>
              </a:defRPr>
            </a:pPr>
            <a:r>
              <a:rPr sz="1425" b="1">
                <a:solidFill>
                  <a:srgbClr val="172B46"/>
                </a:solidFill>
                <a:latin typeface="Arial"/>
                <a:ea typeface="Arial"/>
                <a:cs typeface="Arial"/>
              </a:rPr>
              <a:t>Decoder</a:t>
            </a:r>
          </a:p>
          <a:p xmlns:a="http://schemas.openxmlformats.org/drawingml/2006/main">
            <a:pPr algn="ctr">
              <a:buNone/>
              <a:defRPr sz="1425" b="1">
                <a:solidFill>
                  <a:srgbClr val="172B46"/>
                </a:solidFill>
                <a:latin typeface="Arial"/>
                <a:ea typeface="Arial"/>
                <a:cs typeface="Arial"/>
              </a:defRPr>
            </a:pPr>
            <a:r>
              <a:rPr sz="1425" b="1">
                <a:solidFill>
                  <a:srgbClr val="172B46"/>
                </a:solidFill>
                <a:latin typeface="Arial"/>
                <a:ea typeface="Arial"/>
                <a:cs typeface="Arial"/>
              </a:rPr>
              <a:t>stage</a:t>
            </a:r>
          </a:p>
        </p:txBody>
      </p:sp>
      <p:cxnSp>
        <p:nvCxnSpPr>
          <p:cNvPr id="45" name="">
            <a:extLst xmlns:a="http://schemas.openxmlformats.org/drawingml/2006/main">
              <a:ext uri="{FF2B5EF4-FFF2-40B4-BE49-F238E27FC236}">
                <a16:creationId xmlns:a16="http://schemas.microsoft.com/office/drawing/2014/main" id="{B729DAEF-B543-4444-9BB5-179A91EF4F21}"/>
              </a:ext>
            </a:extLst>
          </p:cNvPr>
          <p:cNvCxnSpPr>
            <a:stCxn xmlns:a="http://schemas.openxmlformats.org/drawingml/2006/main" id="31" idx="3"/>
            <a:endCxn xmlns:a="http://schemas.openxmlformats.org/drawingml/2006/main" id="37" idx="1"/>
          </p:cNvCxnSpPr>
          <p:nvPr/>
        </p:nvCxnSpPr>
        <p:spPr>
          <a:xfrm xmlns:a="http://schemas.openxmlformats.org/drawingml/2006/main" flipV="1">
            <a:off x="3390900" y="2190750"/>
            <a:ext cx="866775" cy="3048000"/>
          </a:xfrm>
          <a:prstGeom xmlns:a="http://schemas.openxmlformats.org/drawingml/2006/main" prst="bentConnector3">
            <a:avLst>
              <a:gd name="adj1" fmla="val 50000"/>
            </a:avLst>
          </a:prstGeom>
          <a:ln xmlns:a="http://schemas.openxmlformats.org/drawingml/2006/main" w="28575">
            <a:solidFill>
              <a:srgbClr val="244D7B"/>
            </a:solidFill>
            <a:prstDash val="solid"/>
            <a:tailEnd type="triangle" w="med" len="med"/>
          </a:ln>
        </p:spPr>
      </p:cxnSp>
      <p:cxnSp>
        <p:nvCxnSpPr>
          <p:cNvPr id="46" name="">
            <a:extLst xmlns:a="http://schemas.openxmlformats.org/drawingml/2006/main">
              <a:ext uri="{FF2B5EF4-FFF2-40B4-BE49-F238E27FC236}">
                <a16:creationId xmlns:a16="http://schemas.microsoft.com/office/drawing/2014/main" id="{7251B428-BC43-4C62-AAA5-E6E28ED9345A}"/>
              </a:ext>
            </a:extLst>
          </p:cNvPr>
          <p:cNvCxnSpPr>
            <a:stCxn xmlns:a="http://schemas.openxmlformats.org/drawingml/2006/main" id="37" idx="2"/>
            <a:endCxn xmlns:a="http://schemas.openxmlformats.org/drawingml/2006/main" id="38" idx="0"/>
          </p:cNvCxnSpPr>
          <p:nvPr/>
        </p:nvCxnSpPr>
        <p:spPr>
          <a:xfrm xmlns:a="http://schemas.openxmlformats.org/drawingml/2006/main">
            <a:off x="5000625" y="2533650"/>
            <a:ext cx="200025" cy="533400"/>
          </a:xfrm>
          <a:prstGeom xmlns:a="http://schemas.openxmlformats.org/drawingml/2006/main" prst="straightConnector1">
            <a:avLst/>
          </a:prstGeom>
          <a:ln xmlns:a="http://schemas.openxmlformats.org/drawingml/2006/main" w="28575">
            <a:solidFill>
              <a:srgbClr val="244D7B"/>
            </a:solidFill>
            <a:prstDash val="solid"/>
            <a:tailEnd type="triangle" w="med" len="med"/>
          </a:ln>
        </p:spPr>
      </p:cxnSp>
      <p:cxnSp>
        <p:nvCxnSpPr>
          <p:cNvPr id="47" name="">
            <a:extLst xmlns:a="http://schemas.openxmlformats.org/drawingml/2006/main">
              <a:ext uri="{FF2B5EF4-FFF2-40B4-BE49-F238E27FC236}">
                <a16:creationId xmlns:a16="http://schemas.microsoft.com/office/drawing/2014/main" id="{3542A6DD-6771-466E-91FC-C4151B5E481A}"/>
              </a:ext>
            </a:extLst>
          </p:cNvPr>
          <p:cNvCxnSpPr>
            <a:stCxn xmlns:a="http://schemas.openxmlformats.org/drawingml/2006/main" id="42" idx="0"/>
            <a:endCxn xmlns:a="http://schemas.openxmlformats.org/drawingml/2006/main" id="41" idx="2"/>
          </p:cNvCxnSpPr>
          <p:nvPr/>
        </p:nvCxnSpPr>
        <p:spPr>
          <a:xfrm xmlns:a="http://schemas.openxmlformats.org/drawingml/2006/main" flipV="1">
            <a:off x="7405688" y="2533650"/>
            <a:ext cx="190500" cy="533400"/>
          </a:xfrm>
          <a:prstGeom xmlns:a="http://schemas.openxmlformats.org/drawingml/2006/main" prst="straightConnector1">
            <a:avLst/>
          </a:prstGeom>
          <a:ln xmlns:a="http://schemas.openxmlformats.org/drawingml/2006/main" w="28575">
            <a:solidFill>
              <a:srgbClr val="244D7B"/>
            </a:solidFill>
            <a:prstDash val="solid"/>
            <a:tailEnd type="triangle" w="med" len="med"/>
          </a:ln>
        </p:spPr>
      </p:cxnSp>
      <p:cxnSp>
        <p:nvCxnSpPr>
          <p:cNvPr id="48" name="">
            <a:extLst xmlns:a="http://schemas.openxmlformats.org/drawingml/2006/main">
              <a:ext uri="{FF2B5EF4-FFF2-40B4-BE49-F238E27FC236}">
                <a16:creationId xmlns:a16="http://schemas.microsoft.com/office/drawing/2014/main" id="{D360B613-2D58-41B1-99F7-D2097213130F}"/>
              </a:ext>
            </a:extLst>
          </p:cNvPr>
          <p:cNvCxnSpPr>
            <a:stCxn xmlns:a="http://schemas.openxmlformats.org/drawingml/2006/main" id="37" idx="3"/>
            <a:endCxn xmlns:a="http://schemas.openxmlformats.org/drawingml/2006/main" id="41" idx="1"/>
          </p:cNvCxnSpPr>
          <p:nvPr/>
        </p:nvCxnSpPr>
        <p:spPr>
          <a:xfrm xmlns:a="http://schemas.openxmlformats.org/drawingml/2006/main">
            <a:off x="5743575" y="2190750"/>
            <a:ext cx="1114425" cy="0"/>
          </a:xfrm>
          <a:prstGeom xmlns:a="http://schemas.openxmlformats.org/drawingml/2006/main" prst="straightConnector1">
            <a:avLst/>
          </a:prstGeom>
          <a:ln xmlns:a="http://schemas.openxmlformats.org/drawingml/2006/main" w="22860">
            <a:solidFill>
              <a:srgbClr val="8B949E"/>
            </a:solidFill>
            <a:prstDash val="dash"/>
            <a:tailEnd type="triangle" w="med" len="med"/>
          </a:ln>
        </p:spPr>
      </p:cxnSp>
      <p:cxnSp>
        <p:nvCxnSpPr>
          <p:cNvPr id="49" name="">
            <a:extLst xmlns:a="http://schemas.openxmlformats.org/drawingml/2006/main">
              <a:ext uri="{FF2B5EF4-FFF2-40B4-BE49-F238E27FC236}">
                <a16:creationId xmlns:a16="http://schemas.microsoft.com/office/drawing/2014/main" id="{9CB858B1-603A-4A9E-9FEF-EE27A59CE74D}"/>
              </a:ext>
            </a:extLst>
          </p:cNvPr>
          <p:cNvCxnSpPr>
            <a:stCxn xmlns:a="http://schemas.openxmlformats.org/drawingml/2006/main" id="38" idx="2"/>
            <a:endCxn xmlns:a="http://schemas.openxmlformats.org/drawingml/2006/main" id="39" idx="0"/>
          </p:cNvCxnSpPr>
          <p:nvPr/>
        </p:nvCxnSpPr>
        <p:spPr>
          <a:xfrm xmlns:a="http://schemas.openxmlformats.org/drawingml/2006/main">
            <a:off x="5200650" y="3724275"/>
            <a:ext cx="176213" cy="552450"/>
          </a:xfrm>
          <a:prstGeom xmlns:a="http://schemas.openxmlformats.org/drawingml/2006/main" prst="straightConnector1">
            <a:avLst/>
          </a:prstGeom>
          <a:ln xmlns:a="http://schemas.openxmlformats.org/drawingml/2006/main" w="28575">
            <a:solidFill>
              <a:srgbClr val="244D7B"/>
            </a:solidFill>
            <a:prstDash val="solid"/>
            <a:tailEnd type="triangle" w="med" len="med"/>
          </a:ln>
        </p:spPr>
      </p:cxnSp>
      <p:cxnSp>
        <p:nvCxnSpPr>
          <p:cNvPr id="50" name="">
            <a:extLst xmlns:a="http://schemas.openxmlformats.org/drawingml/2006/main">
              <a:ext uri="{FF2B5EF4-FFF2-40B4-BE49-F238E27FC236}">
                <a16:creationId xmlns:a16="http://schemas.microsoft.com/office/drawing/2014/main" id="{C73C9010-BACA-4192-9EC3-A5E39D997485}"/>
              </a:ext>
            </a:extLst>
          </p:cNvPr>
          <p:cNvCxnSpPr>
            <a:stCxn xmlns:a="http://schemas.openxmlformats.org/drawingml/2006/main" id="43" idx="0"/>
            <a:endCxn xmlns:a="http://schemas.openxmlformats.org/drawingml/2006/main" id="42" idx="2"/>
          </p:cNvCxnSpPr>
          <p:nvPr/>
        </p:nvCxnSpPr>
        <p:spPr>
          <a:xfrm xmlns:a="http://schemas.openxmlformats.org/drawingml/2006/main" flipV="1">
            <a:off x="7210425" y="3724275"/>
            <a:ext cx="195263" cy="552450"/>
          </a:xfrm>
          <a:prstGeom xmlns:a="http://schemas.openxmlformats.org/drawingml/2006/main" prst="straightConnector1">
            <a:avLst/>
          </a:prstGeom>
          <a:ln xmlns:a="http://schemas.openxmlformats.org/drawingml/2006/main" w="28575">
            <a:solidFill>
              <a:srgbClr val="244D7B"/>
            </a:solidFill>
            <a:prstDash val="solid"/>
            <a:tailEnd type="triangle" w="med" len="med"/>
          </a:ln>
        </p:spPr>
      </p:cxnSp>
      <p:cxnSp>
        <p:nvCxnSpPr>
          <p:cNvPr id="51" name="">
            <a:extLst xmlns:a="http://schemas.openxmlformats.org/drawingml/2006/main">
              <a:ext uri="{FF2B5EF4-FFF2-40B4-BE49-F238E27FC236}">
                <a16:creationId xmlns:a16="http://schemas.microsoft.com/office/drawing/2014/main" id="{49DA5C28-B2EF-4A50-A1E3-DFAC6459C03C}"/>
              </a:ext>
            </a:extLst>
          </p:cNvPr>
          <p:cNvCxnSpPr>
            <a:stCxn xmlns:a="http://schemas.openxmlformats.org/drawingml/2006/main" id="38" idx="3"/>
            <a:endCxn xmlns:a="http://schemas.openxmlformats.org/drawingml/2006/main" id="42" idx="1"/>
          </p:cNvCxnSpPr>
          <p:nvPr/>
        </p:nvCxnSpPr>
        <p:spPr>
          <a:xfrm xmlns:a="http://schemas.openxmlformats.org/drawingml/2006/main">
            <a:off x="5905500" y="3395663"/>
            <a:ext cx="790575" cy="0"/>
          </a:xfrm>
          <a:prstGeom xmlns:a="http://schemas.openxmlformats.org/drawingml/2006/main" prst="straightConnector1">
            <a:avLst/>
          </a:prstGeom>
          <a:ln xmlns:a="http://schemas.openxmlformats.org/drawingml/2006/main" w="22860">
            <a:solidFill>
              <a:srgbClr val="8B949E"/>
            </a:solidFill>
            <a:prstDash val="dash"/>
            <a:tailEnd type="triangle" w="med" len="med"/>
          </a:ln>
        </p:spPr>
      </p:cxnSp>
      <p:cxnSp>
        <p:nvCxnSpPr>
          <p:cNvPr id="52" name="">
            <a:extLst xmlns:a="http://schemas.openxmlformats.org/drawingml/2006/main">
              <a:ext uri="{FF2B5EF4-FFF2-40B4-BE49-F238E27FC236}">
                <a16:creationId xmlns:a16="http://schemas.microsoft.com/office/drawing/2014/main" id="{7E74DB09-DDEF-473B-ACA6-99D09A1169E7}"/>
              </a:ext>
            </a:extLst>
          </p:cNvPr>
          <p:cNvCxnSpPr>
            <a:stCxn xmlns:a="http://schemas.openxmlformats.org/drawingml/2006/main" id="39" idx="2"/>
            <a:endCxn xmlns:a="http://schemas.openxmlformats.org/drawingml/2006/main" id="40" idx="0"/>
          </p:cNvCxnSpPr>
          <p:nvPr/>
        </p:nvCxnSpPr>
        <p:spPr>
          <a:xfrm xmlns:a="http://schemas.openxmlformats.org/drawingml/2006/main">
            <a:off x="5376863" y="4914900"/>
            <a:ext cx="219075" cy="514350"/>
          </a:xfrm>
          <a:prstGeom xmlns:a="http://schemas.openxmlformats.org/drawingml/2006/main" prst="straightConnector1">
            <a:avLst/>
          </a:prstGeom>
          <a:ln xmlns:a="http://schemas.openxmlformats.org/drawingml/2006/main" w="28575">
            <a:solidFill>
              <a:srgbClr val="244D7B"/>
            </a:solidFill>
            <a:prstDash val="solid"/>
            <a:tailEnd type="triangle" w="med" len="med"/>
          </a:ln>
        </p:spPr>
      </p:cxnSp>
      <p:cxnSp>
        <p:nvCxnSpPr>
          <p:cNvPr id="53" name="">
            <a:extLst xmlns:a="http://schemas.openxmlformats.org/drawingml/2006/main">
              <a:ext uri="{FF2B5EF4-FFF2-40B4-BE49-F238E27FC236}">
                <a16:creationId xmlns:a16="http://schemas.microsoft.com/office/drawing/2014/main" id="{AD385370-9852-4A96-98B7-2354CCD02AC8}"/>
              </a:ext>
            </a:extLst>
          </p:cNvPr>
          <p:cNvCxnSpPr>
            <a:stCxn xmlns:a="http://schemas.openxmlformats.org/drawingml/2006/main" id="44" idx="0"/>
            <a:endCxn xmlns:a="http://schemas.openxmlformats.org/drawingml/2006/main" id="43" idx="2"/>
          </p:cNvCxnSpPr>
          <p:nvPr/>
        </p:nvCxnSpPr>
        <p:spPr>
          <a:xfrm xmlns:a="http://schemas.openxmlformats.org/drawingml/2006/main" flipV="1">
            <a:off x="6996113" y="4914900"/>
            <a:ext cx="214313" cy="514350"/>
          </a:xfrm>
          <a:prstGeom xmlns:a="http://schemas.openxmlformats.org/drawingml/2006/main" prst="straightConnector1">
            <a:avLst/>
          </a:prstGeom>
          <a:ln xmlns:a="http://schemas.openxmlformats.org/drawingml/2006/main" w="28575">
            <a:solidFill>
              <a:srgbClr val="244D7B"/>
            </a:solidFill>
            <a:prstDash val="solid"/>
            <a:tailEnd type="triangle" w="med" len="med"/>
          </a:ln>
        </p:spPr>
      </p:cxnSp>
      <p:cxnSp>
        <p:nvCxnSpPr>
          <p:cNvPr id="54" name="">
            <a:extLst xmlns:a="http://schemas.openxmlformats.org/drawingml/2006/main">
              <a:ext uri="{FF2B5EF4-FFF2-40B4-BE49-F238E27FC236}">
                <a16:creationId xmlns:a16="http://schemas.microsoft.com/office/drawing/2014/main" id="{35008FFD-632B-4FF6-B33F-09D43F586CF7}"/>
              </a:ext>
            </a:extLst>
          </p:cNvPr>
          <p:cNvCxnSpPr>
            <a:stCxn xmlns:a="http://schemas.openxmlformats.org/drawingml/2006/main" id="39" idx="3"/>
            <a:endCxn xmlns:a="http://schemas.openxmlformats.org/drawingml/2006/main" id="43" idx="1"/>
          </p:cNvCxnSpPr>
          <p:nvPr/>
        </p:nvCxnSpPr>
        <p:spPr>
          <a:xfrm xmlns:a="http://schemas.openxmlformats.org/drawingml/2006/main">
            <a:off x="6029325" y="4595813"/>
            <a:ext cx="514350" cy="0"/>
          </a:xfrm>
          <a:prstGeom xmlns:a="http://schemas.openxmlformats.org/drawingml/2006/main" prst="straightConnector1">
            <a:avLst/>
          </a:prstGeom>
          <a:ln xmlns:a="http://schemas.openxmlformats.org/drawingml/2006/main" w="22860">
            <a:solidFill>
              <a:srgbClr val="8B949E"/>
            </a:solidFill>
            <a:prstDash val="dash"/>
            <a:tailEnd type="triangle" w="med" len="med"/>
          </a:ln>
        </p:spPr>
      </p:cxnSp>
      <p:cxnSp>
        <p:nvCxnSpPr>
          <p:cNvPr id="55" name="">
            <a:extLst xmlns:a="http://schemas.openxmlformats.org/drawingml/2006/main">
              <a:ext uri="{FF2B5EF4-FFF2-40B4-BE49-F238E27FC236}">
                <a16:creationId xmlns:a16="http://schemas.microsoft.com/office/drawing/2014/main" id="{19B7C9AB-5624-486E-9479-93C458E2FE0E}"/>
              </a:ext>
            </a:extLst>
          </p:cNvPr>
          <p:cNvCxnSpPr>
            <a:stCxn xmlns:a="http://schemas.openxmlformats.org/drawingml/2006/main" id="40" idx="3"/>
            <a:endCxn xmlns:a="http://schemas.openxmlformats.org/drawingml/2006/main" id="44" idx="1"/>
          </p:cNvCxnSpPr>
          <p:nvPr/>
        </p:nvCxnSpPr>
        <p:spPr>
          <a:xfrm xmlns:a="http://schemas.openxmlformats.org/drawingml/2006/main">
            <a:off x="6210300" y="5715000"/>
            <a:ext cx="171450" cy="0"/>
          </a:xfrm>
          <a:prstGeom xmlns:a="http://schemas.openxmlformats.org/drawingml/2006/main" prst="straightConnector1">
            <a:avLst/>
          </a:prstGeom>
          <a:ln xmlns:a="http://schemas.openxmlformats.org/drawingml/2006/main" w="28575">
            <a:solidFill>
              <a:srgbClr val="244D7B"/>
            </a:solidFill>
            <a:prstDash val="solid"/>
            <a:tailEnd type="triangle" w="med" len="med"/>
          </a:ln>
        </p:spPr>
      </p:cxnSp>
      <p:sp>
        <p:nvSpPr>
          <p:cNvPr id="56" name="skip-label">
            <a:extLst xmlns:a="http://schemas.openxmlformats.org/drawingml/2006/main">
              <a:ext uri="{FF2B5EF4-FFF2-40B4-BE49-F238E27FC236}">
                <a16:creationId xmlns:a16="http://schemas.microsoft.com/office/drawing/2014/main" id="{B2A0D04F-192C-4BF3-A5F3-31258AAFE7E5}"/>
              </a:ext>
            </a:extLst>
          </p:cNvPr>
          <p:cNvSpPr>
            <a:spLocks xmlns:a="http://schemas.openxmlformats.org/drawingml/2006/main" noGrp="1"/>
          </p:cNvSpPr>
          <p:nvPr/>
        </p:nvSpPr>
        <p:spPr>
          <a:xfrm xmlns:a="http://schemas.openxmlformats.org/drawingml/2006/main">
            <a:off x="5715000" y="2705100"/>
            <a:ext cx="12668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125" b="0">
                <a:solidFill>
                  <a:srgbClr val="172B46"/>
                </a:solidFill>
                <a:latin typeface="Arial"/>
                <a:ea typeface="Arial"/>
                <a:cs typeface="Arial"/>
              </a:defRPr>
            </a:defPPr>
          </a:lstStyle>
          <a:p xmlns:a="http://schemas.openxmlformats.org/drawingml/2006/main">
            <a:pPr algn="ctr">
              <a:buNone/>
              <a:defRPr sz="1125" b="0">
                <a:solidFill>
                  <a:srgbClr val="172B46"/>
                </a:solidFill>
                <a:latin typeface="Arial"/>
                <a:ea typeface="Arial"/>
                <a:cs typeface="Arial"/>
              </a:defRPr>
            </a:pPr>
            <a:r>
              <a:rPr sz="1125" b="0">
                <a:solidFill>
                  <a:srgbClr val="172B46"/>
                </a:solidFill>
                <a:latin typeface="Arial"/>
                <a:ea typeface="Arial"/>
                <a:cs typeface="Arial"/>
              </a:rPr>
              <a:t>Skip connections</a:t>
            </a:r>
          </a:p>
        </p:txBody>
      </p:sp>
      <p:sp>
        <p:nvSpPr>
          <p:cNvPr id="57" name="segmentation-head">
            <a:extLst xmlns:a="http://schemas.openxmlformats.org/drawingml/2006/main">
              <a:ext uri="{FF2B5EF4-FFF2-40B4-BE49-F238E27FC236}">
                <a16:creationId xmlns:a16="http://schemas.microsoft.com/office/drawing/2014/main" id="{5088B512-88DE-4541-8E12-76B60FD8F796}"/>
              </a:ext>
            </a:extLst>
          </p:cNvPr>
          <p:cNvSpPr>
            <a:spLocks xmlns:a="http://schemas.openxmlformats.org/drawingml/2006/main" noGrp="1"/>
          </p:cNvSpPr>
          <p:nvPr/>
        </p:nvSpPr>
        <p:spPr>
          <a:xfrm xmlns:a="http://schemas.openxmlformats.org/drawingml/2006/main">
            <a:off x="8677275" y="1847850"/>
            <a:ext cx="1238250" cy="685800"/>
          </a:xfrm>
          <a:prstGeom xmlns:a="http://schemas.openxmlformats.org/drawingml/2006/main" prst="roundRect">
            <a:avLst>
              <a:gd name="adj" fmla="val 13889"/>
            </a:avLst>
          </a:prstGeom>
          <a:solidFill xmlns:a="http://schemas.openxmlformats.org/drawingml/2006/main">
            <a:srgbClr val="E8F0F8"/>
          </a:solidFill>
          <a:ln xmlns:a="http://schemas.openxmlformats.org/drawingml/2006/main" w="12383">
            <a:solidFill>
              <a:srgbClr val="244D7B"/>
            </a:solidFill>
            <a:prstDash val="solid"/>
          </a:ln>
        </p:spPr>
        <p:txBody>
          <a:bodyPr xmlns:a="http://schemas.openxmlformats.org/drawingml/2006/main" lIns="38100" tIns="38100" rIns="38100" bIns="38100" anchor="ctr">
            <a:noAutofit/>
          </a:bodyPr>
          <a:lstStyle xmlns:a="http://schemas.openxmlformats.org/drawingml/2006/main">
            <a:defPPr algn="ctr">
              <a:defRPr sz="1200" b="1">
                <a:solidFill>
                  <a:srgbClr val="172B46"/>
                </a:solidFill>
                <a:latin typeface="Arial"/>
                <a:ea typeface="Arial"/>
                <a:cs typeface="Arial"/>
              </a:defRPr>
            </a:defPPr>
          </a:lstStyle>
          <a:p xmlns:a="http://schemas.openxmlformats.org/drawingml/2006/main">
            <a:pPr algn="ctr">
              <a:buNone/>
              <a:defRPr sz="1200" b="1">
                <a:solidFill>
                  <a:srgbClr val="172B46"/>
                </a:solidFill>
                <a:latin typeface="Arial"/>
                <a:ea typeface="Arial"/>
                <a:cs typeface="Arial"/>
              </a:defRPr>
            </a:pPr>
            <a:r>
              <a:rPr sz="1200" b="1">
                <a:solidFill>
                  <a:srgbClr val="172B46"/>
                </a:solidFill>
                <a:latin typeface="Arial"/>
                <a:ea typeface="Arial"/>
                <a:cs typeface="Arial"/>
              </a:rPr>
              <a:t>Segmentation</a:t>
            </a:r>
          </a:p>
          <a:p xmlns:a="http://schemas.openxmlformats.org/drawingml/2006/main">
            <a:pPr algn="ctr">
              <a:buNone/>
              <a:defRPr sz="1200" b="1">
                <a:solidFill>
                  <a:srgbClr val="172B46"/>
                </a:solidFill>
                <a:latin typeface="Arial"/>
                <a:ea typeface="Arial"/>
                <a:cs typeface="Arial"/>
              </a:defRPr>
            </a:pPr>
            <a:r>
              <a:rPr sz="1200" b="1">
                <a:solidFill>
                  <a:srgbClr val="172B46"/>
                </a:solidFill>
                <a:latin typeface="Arial"/>
                <a:ea typeface="Arial"/>
                <a:cs typeface="Arial"/>
              </a:rPr>
              <a:t>head</a:t>
            </a:r>
          </a:p>
        </p:txBody>
      </p:sp>
      <p:cxnSp>
        <p:nvCxnSpPr>
          <p:cNvPr id="58" name="">
            <a:extLst xmlns:a="http://schemas.openxmlformats.org/drawingml/2006/main">
              <a:ext uri="{FF2B5EF4-FFF2-40B4-BE49-F238E27FC236}">
                <a16:creationId xmlns:a16="http://schemas.microsoft.com/office/drawing/2014/main" id="{00374C70-F0DC-454A-B6EB-BD91B2DA046C}"/>
              </a:ext>
            </a:extLst>
          </p:cNvPr>
          <p:cNvCxnSpPr>
            <a:stCxn xmlns:a="http://schemas.openxmlformats.org/drawingml/2006/main" id="41" idx="3"/>
            <a:endCxn xmlns:a="http://schemas.openxmlformats.org/drawingml/2006/main" id="57" idx="1"/>
          </p:cNvCxnSpPr>
          <p:nvPr/>
        </p:nvCxnSpPr>
        <p:spPr>
          <a:xfrm xmlns:a="http://schemas.openxmlformats.org/drawingml/2006/main">
            <a:off x="8334375" y="2190750"/>
            <a:ext cx="342900" cy="0"/>
          </a:xfrm>
          <a:prstGeom xmlns:a="http://schemas.openxmlformats.org/drawingml/2006/main" prst="straightConnector1">
            <a:avLst/>
          </a:prstGeom>
          <a:ln xmlns:a="http://schemas.openxmlformats.org/drawingml/2006/main" w="28575">
            <a:solidFill>
              <a:srgbClr val="244D7B"/>
            </a:solidFill>
            <a:prstDash val="solid"/>
            <a:tailEnd type="triangle" w="med" len="med"/>
          </a:ln>
        </p:spPr>
      </p:cxnSp>
      <p:sp>
        <p:nvSpPr>
          <p:cNvPr id="59" name="deep-supervision-label">
            <a:extLst xmlns:a="http://schemas.openxmlformats.org/drawingml/2006/main">
              <a:ext uri="{FF2B5EF4-FFF2-40B4-BE49-F238E27FC236}">
                <a16:creationId xmlns:a16="http://schemas.microsoft.com/office/drawing/2014/main" id="{0BC6A04B-4C18-4E27-8328-3F21BCEC6089}"/>
              </a:ext>
            </a:extLst>
          </p:cNvPr>
          <p:cNvSpPr>
            <a:spLocks xmlns:a="http://schemas.openxmlformats.org/drawingml/2006/main" noGrp="1"/>
          </p:cNvSpPr>
          <p:nvPr/>
        </p:nvSpPr>
        <p:spPr>
          <a:xfrm xmlns:a="http://schemas.openxmlformats.org/drawingml/2006/main">
            <a:off x="8391525" y="2667000"/>
            <a:ext cx="14192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050" b="1">
                <a:solidFill>
                  <a:srgbClr val="B58B27"/>
                </a:solidFill>
                <a:latin typeface="Arial"/>
                <a:ea typeface="Arial"/>
                <a:cs typeface="Arial"/>
              </a:defRPr>
            </a:defPPr>
          </a:lstStyle>
          <a:p xmlns:a="http://schemas.openxmlformats.org/drawingml/2006/main">
            <a:pPr algn="ctr">
              <a:buNone/>
              <a:defRPr sz="1050" b="1">
                <a:solidFill>
                  <a:srgbClr val="B58B27"/>
                </a:solidFill>
                <a:latin typeface="Arial"/>
                <a:ea typeface="Arial"/>
                <a:cs typeface="Arial"/>
              </a:defRPr>
            </a:pPr>
            <a:r>
              <a:rPr sz="1050" b="1">
                <a:solidFill>
                  <a:srgbClr val="B58B27"/>
                </a:solidFill>
                <a:latin typeface="Arial"/>
                <a:ea typeface="Arial"/>
                <a:cs typeface="Arial"/>
              </a:rPr>
              <a:t>Deep supervision</a:t>
            </a:r>
          </a:p>
          <a:p xmlns:a="http://schemas.openxmlformats.org/drawingml/2006/main">
            <a:pPr algn="ctr">
              <a:buNone/>
              <a:defRPr sz="1050" b="1">
                <a:solidFill>
                  <a:srgbClr val="B58B27"/>
                </a:solidFill>
                <a:latin typeface="Arial"/>
                <a:ea typeface="Arial"/>
                <a:cs typeface="Arial"/>
              </a:defRPr>
            </a:pPr>
            <a:r>
              <a:rPr sz="1050" b="1">
                <a:solidFill>
                  <a:srgbClr val="B58B27"/>
                </a:solidFill>
                <a:latin typeface="Arial"/>
                <a:ea typeface="Arial"/>
                <a:cs typeface="Arial"/>
              </a:rPr>
              <a:t>Main loss weight: 4/7</a:t>
            </a:r>
          </a:p>
        </p:txBody>
      </p:sp>
      <p:sp>
        <p:nvSpPr>
          <p:cNvPr id="60" name="auxiliary-head-1">
            <a:extLst xmlns:a="http://schemas.openxmlformats.org/drawingml/2006/main">
              <a:ext uri="{FF2B5EF4-FFF2-40B4-BE49-F238E27FC236}">
                <a16:creationId xmlns:a16="http://schemas.microsoft.com/office/drawing/2014/main" id="{E8919C1A-1683-4165-8537-A90E8762E12A}"/>
              </a:ext>
            </a:extLst>
          </p:cNvPr>
          <p:cNvSpPr>
            <a:spLocks xmlns:a="http://schemas.openxmlformats.org/drawingml/2006/main" noGrp="1"/>
          </p:cNvSpPr>
          <p:nvPr/>
        </p:nvSpPr>
        <p:spPr>
          <a:xfrm xmlns:a="http://schemas.openxmlformats.org/drawingml/2006/main">
            <a:off x="8439150" y="3186113"/>
            <a:ext cx="400050" cy="419100"/>
          </a:xfrm>
          <a:prstGeom xmlns:a="http://schemas.openxmlformats.org/drawingml/2006/main" prst="roundRect">
            <a:avLst>
              <a:gd name="adj" fmla="val 19048"/>
            </a:avLst>
          </a:prstGeom>
          <a:solidFill xmlns:a="http://schemas.openxmlformats.org/drawingml/2006/main">
            <a:srgbClr val="FBF3DE"/>
          </a:solidFill>
          <a:ln xmlns:a="http://schemas.openxmlformats.org/drawingml/2006/main" w="12383">
            <a:solidFill>
              <a:srgbClr val="BA8D2F"/>
            </a:solidFill>
            <a:prstDash val="solid"/>
          </a:ln>
        </p:spPr>
        <p:txBody>
          <a:bodyPr xmlns:a="http://schemas.openxmlformats.org/drawingml/2006/main" lIns="9525" tIns="9525" rIns="9525" bIns="9525" anchor="ctr">
            <a:noAutofit/>
          </a:bodyPr>
          <a:lstStyle xmlns:a="http://schemas.openxmlformats.org/drawingml/2006/main">
            <a:defPPr algn="ctr">
              <a:defRPr sz="975" b="1">
                <a:solidFill>
                  <a:srgbClr val="BA8D2F"/>
                </a:solidFill>
                <a:latin typeface="Arial"/>
                <a:ea typeface="Arial"/>
                <a:cs typeface="Arial"/>
              </a:defRPr>
            </a:defPPr>
          </a:lstStyle>
          <a:p xmlns:a="http://schemas.openxmlformats.org/drawingml/2006/main">
            <a:pPr algn="ctr">
              <a:buNone/>
              <a:defRPr sz="975" b="1">
                <a:solidFill>
                  <a:srgbClr val="BA8D2F"/>
                </a:solidFill>
                <a:latin typeface="Arial"/>
                <a:ea typeface="Arial"/>
                <a:cs typeface="Arial"/>
              </a:defRPr>
            </a:pPr>
            <a:r>
              <a:rPr sz="975" b="1">
                <a:solidFill>
                  <a:srgbClr val="BA8D2F"/>
                </a:solidFill>
                <a:latin typeface="Arial"/>
                <a:ea typeface="Arial"/>
                <a:cs typeface="Arial"/>
              </a:rPr>
              <a:t>Aux</a:t>
            </a:r>
          </a:p>
          <a:p xmlns:a="http://schemas.openxmlformats.org/drawingml/2006/main">
            <a:pPr algn="ctr">
              <a:buNone/>
              <a:defRPr sz="975" b="1">
                <a:solidFill>
                  <a:srgbClr val="BA8D2F"/>
                </a:solidFill>
                <a:latin typeface="Arial"/>
                <a:ea typeface="Arial"/>
                <a:cs typeface="Arial"/>
              </a:defRPr>
            </a:pPr>
            <a:r>
              <a:rPr sz="975" b="1">
                <a:solidFill>
                  <a:srgbClr val="BA8D2F"/>
                </a:solidFill>
                <a:latin typeface="Arial"/>
                <a:ea typeface="Arial"/>
                <a:cs typeface="Arial"/>
              </a:rPr>
              <a:t>head</a:t>
            </a:r>
          </a:p>
        </p:txBody>
      </p:sp>
      <p:sp>
        <p:nvSpPr>
          <p:cNvPr id="61" name="auxiliary-loss-1">
            <a:extLst xmlns:a="http://schemas.openxmlformats.org/drawingml/2006/main">
              <a:ext uri="{FF2B5EF4-FFF2-40B4-BE49-F238E27FC236}">
                <a16:creationId xmlns:a16="http://schemas.microsoft.com/office/drawing/2014/main" id="{F9CCBFD7-2722-4F9F-A51B-295B287D7932}"/>
              </a:ext>
            </a:extLst>
          </p:cNvPr>
          <p:cNvSpPr>
            <a:spLocks xmlns:a="http://schemas.openxmlformats.org/drawingml/2006/main" noGrp="1"/>
          </p:cNvSpPr>
          <p:nvPr/>
        </p:nvSpPr>
        <p:spPr>
          <a:xfrm xmlns:a="http://schemas.openxmlformats.org/drawingml/2006/main">
            <a:off x="9001125" y="3148013"/>
            <a:ext cx="790575" cy="495300"/>
          </a:xfrm>
          <a:prstGeom xmlns:a="http://schemas.openxmlformats.org/drawingml/2006/main" prst="roundRect">
            <a:avLst>
              <a:gd name="adj" fmla="val 15385"/>
            </a:avLst>
          </a:prstGeom>
          <a:solidFill xmlns:a="http://schemas.openxmlformats.org/drawingml/2006/main">
            <a:srgbClr val="FBF3DE"/>
          </a:solidFill>
          <a:ln xmlns:a="http://schemas.openxmlformats.org/drawingml/2006/main" w="12383">
            <a:solidFill>
              <a:srgbClr val="BA8D2F"/>
            </a:solidFill>
            <a:prstDash val="solid"/>
          </a:ln>
        </p:spPr>
        <p:txBody>
          <a:bodyPr xmlns:a="http://schemas.openxmlformats.org/drawingml/2006/main" lIns="9525" tIns="9525" rIns="9525" bIns="9525" anchor="ctr">
            <a:noAutofit/>
          </a:bodyPr>
          <a:lstStyle xmlns:a="http://schemas.openxmlformats.org/drawingml/2006/main">
            <a:defPPr algn="ctr">
              <a:defRPr sz="1050" b="1">
                <a:solidFill>
                  <a:srgbClr val="B58B27"/>
                </a:solidFill>
                <a:latin typeface="Arial"/>
                <a:ea typeface="Arial"/>
                <a:cs typeface="Arial"/>
              </a:defRPr>
            </a:defPPr>
          </a:lstStyle>
          <a:p xmlns:a="http://schemas.openxmlformats.org/drawingml/2006/main">
            <a:pPr algn="ctr">
              <a:buNone/>
              <a:defRPr sz="1050" b="1">
                <a:solidFill>
                  <a:srgbClr val="B58B27"/>
                </a:solidFill>
                <a:latin typeface="Arial"/>
                <a:ea typeface="Arial"/>
                <a:cs typeface="Arial"/>
              </a:defRPr>
            </a:pPr>
            <a:r>
              <a:rPr sz="1050" b="1">
                <a:solidFill>
                  <a:srgbClr val="B58B27"/>
                </a:solidFill>
                <a:latin typeface="Arial"/>
                <a:ea typeface="Arial"/>
                <a:cs typeface="Arial"/>
              </a:rPr>
              <a:t>Dice + Focal</a:t>
            </a:r>
          </a:p>
          <a:p xmlns:a="http://schemas.openxmlformats.org/drawingml/2006/main">
            <a:pPr algn="ctr">
              <a:buNone/>
              <a:defRPr sz="1050" b="1">
                <a:solidFill>
                  <a:srgbClr val="B58B27"/>
                </a:solidFill>
                <a:latin typeface="Arial"/>
                <a:ea typeface="Arial"/>
                <a:cs typeface="Arial"/>
              </a:defRPr>
            </a:pPr>
            <a:r>
              <a:rPr sz="1050" b="1">
                <a:solidFill>
                  <a:srgbClr val="B58B27"/>
                </a:solidFill>
                <a:latin typeface="Arial"/>
                <a:ea typeface="Arial"/>
                <a:cs typeface="Arial"/>
              </a:rPr>
              <a:t>2/7</a:t>
            </a:r>
          </a:p>
        </p:txBody>
      </p:sp>
      <p:cxnSp>
        <p:nvCxnSpPr>
          <p:cNvPr id="62" name="">
            <a:extLst xmlns:a="http://schemas.openxmlformats.org/drawingml/2006/main">
              <a:ext uri="{FF2B5EF4-FFF2-40B4-BE49-F238E27FC236}">
                <a16:creationId xmlns:a16="http://schemas.microsoft.com/office/drawing/2014/main" id="{105D8782-53D0-46A0-8EC6-09C0CF806AF9}"/>
              </a:ext>
            </a:extLst>
          </p:cNvPr>
          <p:cNvCxnSpPr>
            <a:stCxn xmlns:a="http://schemas.openxmlformats.org/drawingml/2006/main" id="42" idx="3"/>
            <a:endCxn xmlns:a="http://schemas.openxmlformats.org/drawingml/2006/main" id="60" idx="1"/>
          </p:cNvCxnSpPr>
          <p:nvPr/>
        </p:nvCxnSpPr>
        <p:spPr>
          <a:xfrm xmlns:a="http://schemas.openxmlformats.org/drawingml/2006/main">
            <a:off x="8115300" y="3395663"/>
            <a:ext cx="323850" cy="0"/>
          </a:xfrm>
          <a:prstGeom xmlns:a="http://schemas.openxmlformats.org/drawingml/2006/main" prst="straightConnector1">
            <a:avLst/>
          </a:prstGeom>
          <a:ln xmlns:a="http://schemas.openxmlformats.org/drawingml/2006/main" w="24765">
            <a:solidFill>
              <a:srgbClr val="BA8D2F"/>
            </a:solidFill>
            <a:prstDash val="solid"/>
            <a:tailEnd type="triangle" w="med" len="med"/>
          </a:ln>
        </p:spPr>
      </p:cxnSp>
      <p:cxnSp>
        <p:nvCxnSpPr>
          <p:cNvPr id="63" name="">
            <a:extLst xmlns:a="http://schemas.openxmlformats.org/drawingml/2006/main">
              <a:ext uri="{FF2B5EF4-FFF2-40B4-BE49-F238E27FC236}">
                <a16:creationId xmlns:a16="http://schemas.microsoft.com/office/drawing/2014/main" id="{66C22503-6A33-4D78-8A8E-703CEFC18A55}"/>
              </a:ext>
            </a:extLst>
          </p:cNvPr>
          <p:cNvCxnSpPr>
            <a:stCxn xmlns:a="http://schemas.openxmlformats.org/drawingml/2006/main" id="60" idx="3"/>
            <a:endCxn xmlns:a="http://schemas.openxmlformats.org/drawingml/2006/main" id="61" idx="1"/>
          </p:cNvCxnSpPr>
          <p:nvPr/>
        </p:nvCxnSpPr>
        <p:spPr>
          <a:xfrm xmlns:a="http://schemas.openxmlformats.org/drawingml/2006/main">
            <a:off x="8839200" y="3395663"/>
            <a:ext cx="161925" cy="0"/>
          </a:xfrm>
          <a:prstGeom xmlns:a="http://schemas.openxmlformats.org/drawingml/2006/main" prst="straightConnector1">
            <a:avLst/>
          </a:prstGeom>
          <a:ln xmlns:a="http://schemas.openxmlformats.org/drawingml/2006/main" w="24765">
            <a:solidFill>
              <a:srgbClr val="BA8D2F"/>
            </a:solidFill>
            <a:prstDash val="solid"/>
            <a:tailEnd type="triangle" w="med" len="med"/>
          </a:ln>
        </p:spPr>
      </p:cxnSp>
      <p:sp>
        <p:nvSpPr>
          <p:cNvPr id="64" name="auxiliary-head-2">
            <a:extLst xmlns:a="http://schemas.openxmlformats.org/drawingml/2006/main">
              <a:ext uri="{FF2B5EF4-FFF2-40B4-BE49-F238E27FC236}">
                <a16:creationId xmlns:a16="http://schemas.microsoft.com/office/drawing/2014/main" id="{7E41FA7E-7F6C-4290-9DAC-240543490964}"/>
              </a:ext>
            </a:extLst>
          </p:cNvPr>
          <p:cNvSpPr>
            <a:spLocks xmlns:a="http://schemas.openxmlformats.org/drawingml/2006/main" noGrp="1"/>
          </p:cNvSpPr>
          <p:nvPr/>
        </p:nvSpPr>
        <p:spPr>
          <a:xfrm xmlns:a="http://schemas.openxmlformats.org/drawingml/2006/main">
            <a:off x="8439150" y="4386263"/>
            <a:ext cx="400050" cy="419100"/>
          </a:xfrm>
          <a:prstGeom xmlns:a="http://schemas.openxmlformats.org/drawingml/2006/main" prst="roundRect">
            <a:avLst>
              <a:gd name="adj" fmla="val 19048"/>
            </a:avLst>
          </a:prstGeom>
          <a:solidFill xmlns:a="http://schemas.openxmlformats.org/drawingml/2006/main">
            <a:srgbClr val="FBF3DE"/>
          </a:solidFill>
          <a:ln xmlns:a="http://schemas.openxmlformats.org/drawingml/2006/main" w="12383">
            <a:solidFill>
              <a:srgbClr val="BA8D2F"/>
            </a:solidFill>
            <a:prstDash val="solid"/>
          </a:ln>
        </p:spPr>
        <p:txBody>
          <a:bodyPr xmlns:a="http://schemas.openxmlformats.org/drawingml/2006/main" lIns="9525" tIns="9525" rIns="9525" bIns="9525" anchor="ctr">
            <a:noAutofit/>
          </a:bodyPr>
          <a:lstStyle xmlns:a="http://schemas.openxmlformats.org/drawingml/2006/main">
            <a:defPPr algn="ctr">
              <a:defRPr sz="975" b="1">
                <a:solidFill>
                  <a:srgbClr val="BA8D2F"/>
                </a:solidFill>
                <a:latin typeface="Arial"/>
                <a:ea typeface="Arial"/>
                <a:cs typeface="Arial"/>
              </a:defRPr>
            </a:defPPr>
          </a:lstStyle>
          <a:p xmlns:a="http://schemas.openxmlformats.org/drawingml/2006/main">
            <a:pPr algn="ctr">
              <a:buNone/>
              <a:defRPr sz="975" b="1">
                <a:solidFill>
                  <a:srgbClr val="BA8D2F"/>
                </a:solidFill>
                <a:latin typeface="Arial"/>
                <a:ea typeface="Arial"/>
                <a:cs typeface="Arial"/>
              </a:defRPr>
            </a:pPr>
            <a:r>
              <a:rPr sz="975" b="1">
                <a:solidFill>
                  <a:srgbClr val="BA8D2F"/>
                </a:solidFill>
                <a:latin typeface="Arial"/>
                <a:ea typeface="Arial"/>
                <a:cs typeface="Arial"/>
              </a:rPr>
              <a:t>Aux</a:t>
            </a:r>
          </a:p>
          <a:p xmlns:a="http://schemas.openxmlformats.org/drawingml/2006/main">
            <a:pPr algn="ctr">
              <a:buNone/>
              <a:defRPr sz="975" b="1">
                <a:solidFill>
                  <a:srgbClr val="BA8D2F"/>
                </a:solidFill>
                <a:latin typeface="Arial"/>
                <a:ea typeface="Arial"/>
                <a:cs typeface="Arial"/>
              </a:defRPr>
            </a:pPr>
            <a:r>
              <a:rPr sz="975" b="1">
                <a:solidFill>
                  <a:srgbClr val="BA8D2F"/>
                </a:solidFill>
                <a:latin typeface="Arial"/>
                <a:ea typeface="Arial"/>
                <a:cs typeface="Arial"/>
              </a:rPr>
              <a:t>head</a:t>
            </a:r>
          </a:p>
        </p:txBody>
      </p:sp>
      <p:sp>
        <p:nvSpPr>
          <p:cNvPr id="65" name="auxiliary-loss-2">
            <a:extLst xmlns:a="http://schemas.openxmlformats.org/drawingml/2006/main">
              <a:ext uri="{FF2B5EF4-FFF2-40B4-BE49-F238E27FC236}">
                <a16:creationId xmlns:a16="http://schemas.microsoft.com/office/drawing/2014/main" id="{2DF7C34B-F1D9-4526-B2FD-E6889DB9E085}"/>
              </a:ext>
            </a:extLst>
          </p:cNvPr>
          <p:cNvSpPr>
            <a:spLocks xmlns:a="http://schemas.openxmlformats.org/drawingml/2006/main" noGrp="1"/>
          </p:cNvSpPr>
          <p:nvPr/>
        </p:nvSpPr>
        <p:spPr>
          <a:xfrm xmlns:a="http://schemas.openxmlformats.org/drawingml/2006/main">
            <a:off x="9001125" y="4348163"/>
            <a:ext cx="790575" cy="495300"/>
          </a:xfrm>
          <a:prstGeom xmlns:a="http://schemas.openxmlformats.org/drawingml/2006/main" prst="roundRect">
            <a:avLst>
              <a:gd name="adj" fmla="val 15385"/>
            </a:avLst>
          </a:prstGeom>
          <a:solidFill xmlns:a="http://schemas.openxmlformats.org/drawingml/2006/main">
            <a:srgbClr val="FBF3DE"/>
          </a:solidFill>
          <a:ln xmlns:a="http://schemas.openxmlformats.org/drawingml/2006/main" w="12383">
            <a:solidFill>
              <a:srgbClr val="BA8D2F"/>
            </a:solidFill>
            <a:prstDash val="solid"/>
          </a:ln>
        </p:spPr>
        <p:txBody>
          <a:bodyPr xmlns:a="http://schemas.openxmlformats.org/drawingml/2006/main" lIns="9525" tIns="9525" rIns="9525" bIns="9525" anchor="ctr">
            <a:noAutofit/>
          </a:bodyPr>
          <a:lstStyle xmlns:a="http://schemas.openxmlformats.org/drawingml/2006/main">
            <a:defPPr algn="ctr">
              <a:defRPr sz="1050" b="1">
                <a:solidFill>
                  <a:srgbClr val="B58B27"/>
                </a:solidFill>
                <a:latin typeface="Arial"/>
                <a:ea typeface="Arial"/>
                <a:cs typeface="Arial"/>
              </a:defRPr>
            </a:defPPr>
          </a:lstStyle>
          <a:p xmlns:a="http://schemas.openxmlformats.org/drawingml/2006/main">
            <a:pPr algn="ctr">
              <a:buNone/>
              <a:defRPr sz="1050" b="1">
                <a:solidFill>
                  <a:srgbClr val="B58B27"/>
                </a:solidFill>
                <a:latin typeface="Arial"/>
                <a:ea typeface="Arial"/>
                <a:cs typeface="Arial"/>
              </a:defRPr>
            </a:pPr>
            <a:r>
              <a:rPr sz="1050" b="1">
                <a:solidFill>
                  <a:srgbClr val="B58B27"/>
                </a:solidFill>
                <a:latin typeface="Arial"/>
                <a:ea typeface="Arial"/>
                <a:cs typeface="Arial"/>
              </a:rPr>
              <a:t>Dice + Focal</a:t>
            </a:r>
          </a:p>
          <a:p xmlns:a="http://schemas.openxmlformats.org/drawingml/2006/main">
            <a:pPr algn="ctr">
              <a:buNone/>
              <a:defRPr sz="1050" b="1">
                <a:solidFill>
                  <a:srgbClr val="B58B27"/>
                </a:solidFill>
                <a:latin typeface="Arial"/>
                <a:ea typeface="Arial"/>
                <a:cs typeface="Arial"/>
              </a:defRPr>
            </a:pPr>
            <a:r>
              <a:rPr sz="1050" b="1">
                <a:solidFill>
                  <a:srgbClr val="B58B27"/>
                </a:solidFill>
                <a:latin typeface="Arial"/>
                <a:ea typeface="Arial"/>
                <a:cs typeface="Arial"/>
              </a:rPr>
              <a:t>1/7</a:t>
            </a:r>
          </a:p>
        </p:txBody>
      </p:sp>
      <p:cxnSp>
        <p:nvCxnSpPr>
          <p:cNvPr id="66" name="">
            <a:extLst xmlns:a="http://schemas.openxmlformats.org/drawingml/2006/main">
              <a:ext uri="{FF2B5EF4-FFF2-40B4-BE49-F238E27FC236}">
                <a16:creationId xmlns:a16="http://schemas.microsoft.com/office/drawing/2014/main" id="{2C251670-D478-4C64-90DF-CE18D48A9BFE}"/>
              </a:ext>
            </a:extLst>
          </p:cNvPr>
          <p:cNvCxnSpPr>
            <a:stCxn xmlns:a="http://schemas.openxmlformats.org/drawingml/2006/main" id="43" idx="3"/>
            <a:endCxn xmlns:a="http://schemas.openxmlformats.org/drawingml/2006/main" id="64" idx="1"/>
          </p:cNvCxnSpPr>
          <p:nvPr/>
        </p:nvCxnSpPr>
        <p:spPr>
          <a:xfrm xmlns:a="http://schemas.openxmlformats.org/drawingml/2006/main">
            <a:off x="7877175" y="4595813"/>
            <a:ext cx="561975" cy="0"/>
          </a:xfrm>
          <a:prstGeom xmlns:a="http://schemas.openxmlformats.org/drawingml/2006/main" prst="straightConnector1">
            <a:avLst/>
          </a:prstGeom>
          <a:ln xmlns:a="http://schemas.openxmlformats.org/drawingml/2006/main" w="24765">
            <a:solidFill>
              <a:srgbClr val="BA8D2F"/>
            </a:solidFill>
            <a:prstDash val="solid"/>
            <a:tailEnd type="triangle" w="med" len="med"/>
          </a:ln>
        </p:spPr>
      </p:cxnSp>
      <p:cxnSp>
        <p:nvCxnSpPr>
          <p:cNvPr id="67" name="">
            <a:extLst xmlns:a="http://schemas.openxmlformats.org/drawingml/2006/main">
              <a:ext uri="{FF2B5EF4-FFF2-40B4-BE49-F238E27FC236}">
                <a16:creationId xmlns:a16="http://schemas.microsoft.com/office/drawing/2014/main" id="{F0DD21C1-0BE7-46CE-B5AD-0575FBE918A6}"/>
              </a:ext>
            </a:extLst>
          </p:cNvPr>
          <p:cNvCxnSpPr>
            <a:stCxn xmlns:a="http://schemas.openxmlformats.org/drawingml/2006/main" id="64" idx="3"/>
            <a:endCxn xmlns:a="http://schemas.openxmlformats.org/drawingml/2006/main" id="65" idx="1"/>
          </p:cNvCxnSpPr>
          <p:nvPr/>
        </p:nvCxnSpPr>
        <p:spPr>
          <a:xfrm xmlns:a="http://schemas.openxmlformats.org/drawingml/2006/main">
            <a:off x="8839200" y="4595813"/>
            <a:ext cx="161925" cy="0"/>
          </a:xfrm>
          <a:prstGeom xmlns:a="http://schemas.openxmlformats.org/drawingml/2006/main" prst="straightConnector1">
            <a:avLst/>
          </a:prstGeom>
          <a:ln xmlns:a="http://schemas.openxmlformats.org/drawingml/2006/main" w="24765">
            <a:solidFill>
              <a:srgbClr val="BA8D2F"/>
            </a:solidFill>
            <a:prstDash val="solid"/>
            <a:tailEnd type="triangle" w="med" len="med"/>
          </a:ln>
        </p:spPr>
      </p:cxnSp>
      <p:sp>
        <p:nvSpPr>
          <p:cNvPr id="68" name="auxiliary-head-3">
            <a:extLst xmlns:a="http://schemas.openxmlformats.org/drawingml/2006/main">
              <a:ext uri="{FF2B5EF4-FFF2-40B4-BE49-F238E27FC236}">
                <a16:creationId xmlns:a16="http://schemas.microsoft.com/office/drawing/2014/main" id="{6DD025F6-7831-463E-A65B-8D9CD99718BB}"/>
              </a:ext>
            </a:extLst>
          </p:cNvPr>
          <p:cNvSpPr>
            <a:spLocks xmlns:a="http://schemas.openxmlformats.org/drawingml/2006/main" noGrp="1"/>
          </p:cNvSpPr>
          <p:nvPr/>
        </p:nvSpPr>
        <p:spPr>
          <a:xfrm xmlns:a="http://schemas.openxmlformats.org/drawingml/2006/main">
            <a:off x="8439150" y="5505450"/>
            <a:ext cx="400050" cy="419100"/>
          </a:xfrm>
          <a:prstGeom xmlns:a="http://schemas.openxmlformats.org/drawingml/2006/main" prst="roundRect">
            <a:avLst>
              <a:gd name="adj" fmla="val 19048"/>
            </a:avLst>
          </a:prstGeom>
          <a:solidFill xmlns:a="http://schemas.openxmlformats.org/drawingml/2006/main">
            <a:srgbClr val="FBF3DE"/>
          </a:solidFill>
          <a:ln xmlns:a="http://schemas.openxmlformats.org/drawingml/2006/main" w="12383">
            <a:solidFill>
              <a:srgbClr val="BA8D2F"/>
            </a:solidFill>
            <a:prstDash val="solid"/>
          </a:ln>
        </p:spPr>
        <p:txBody>
          <a:bodyPr xmlns:a="http://schemas.openxmlformats.org/drawingml/2006/main" lIns="9525" tIns="9525" rIns="9525" bIns="9525" anchor="ctr">
            <a:noAutofit/>
          </a:bodyPr>
          <a:lstStyle xmlns:a="http://schemas.openxmlformats.org/drawingml/2006/main">
            <a:defPPr algn="ctr">
              <a:defRPr sz="975" b="1">
                <a:solidFill>
                  <a:srgbClr val="BA8D2F"/>
                </a:solidFill>
                <a:latin typeface="Arial"/>
                <a:ea typeface="Arial"/>
                <a:cs typeface="Arial"/>
              </a:defRPr>
            </a:defPPr>
          </a:lstStyle>
          <a:p xmlns:a="http://schemas.openxmlformats.org/drawingml/2006/main">
            <a:pPr algn="ctr">
              <a:buNone/>
              <a:defRPr sz="975" b="1">
                <a:solidFill>
                  <a:srgbClr val="BA8D2F"/>
                </a:solidFill>
                <a:latin typeface="Arial"/>
                <a:ea typeface="Arial"/>
                <a:cs typeface="Arial"/>
              </a:defRPr>
            </a:pPr>
            <a:r>
              <a:rPr sz="975" b="1">
                <a:solidFill>
                  <a:srgbClr val="BA8D2F"/>
                </a:solidFill>
                <a:latin typeface="Arial"/>
                <a:ea typeface="Arial"/>
                <a:cs typeface="Arial"/>
              </a:rPr>
              <a:t>Aux</a:t>
            </a:r>
          </a:p>
          <a:p xmlns:a="http://schemas.openxmlformats.org/drawingml/2006/main">
            <a:pPr algn="ctr">
              <a:buNone/>
              <a:defRPr sz="975" b="1">
                <a:solidFill>
                  <a:srgbClr val="BA8D2F"/>
                </a:solidFill>
                <a:latin typeface="Arial"/>
                <a:ea typeface="Arial"/>
                <a:cs typeface="Arial"/>
              </a:defRPr>
            </a:pPr>
            <a:r>
              <a:rPr sz="975" b="1">
                <a:solidFill>
                  <a:srgbClr val="BA8D2F"/>
                </a:solidFill>
                <a:latin typeface="Arial"/>
                <a:ea typeface="Arial"/>
                <a:cs typeface="Arial"/>
              </a:rPr>
              <a:t>head</a:t>
            </a:r>
          </a:p>
        </p:txBody>
      </p:sp>
      <p:sp>
        <p:nvSpPr>
          <p:cNvPr id="69" name="auxiliary-loss-3">
            <a:extLst xmlns:a="http://schemas.openxmlformats.org/drawingml/2006/main">
              <a:ext uri="{FF2B5EF4-FFF2-40B4-BE49-F238E27FC236}">
                <a16:creationId xmlns:a16="http://schemas.microsoft.com/office/drawing/2014/main" id="{7554A57F-C50D-48B7-985B-DF08825D1377}"/>
              </a:ext>
            </a:extLst>
          </p:cNvPr>
          <p:cNvSpPr>
            <a:spLocks xmlns:a="http://schemas.openxmlformats.org/drawingml/2006/main" noGrp="1"/>
          </p:cNvSpPr>
          <p:nvPr/>
        </p:nvSpPr>
        <p:spPr>
          <a:xfrm xmlns:a="http://schemas.openxmlformats.org/drawingml/2006/main">
            <a:off x="9001125" y="5467350"/>
            <a:ext cx="790575" cy="495300"/>
          </a:xfrm>
          <a:prstGeom xmlns:a="http://schemas.openxmlformats.org/drawingml/2006/main" prst="roundRect">
            <a:avLst>
              <a:gd name="adj" fmla="val 15385"/>
            </a:avLst>
          </a:prstGeom>
          <a:solidFill xmlns:a="http://schemas.openxmlformats.org/drawingml/2006/main">
            <a:srgbClr val="FBF3DE"/>
          </a:solidFill>
          <a:ln xmlns:a="http://schemas.openxmlformats.org/drawingml/2006/main" w="12383">
            <a:solidFill>
              <a:srgbClr val="BA8D2F"/>
            </a:solidFill>
            <a:prstDash val="solid"/>
          </a:ln>
        </p:spPr>
        <p:txBody>
          <a:bodyPr xmlns:a="http://schemas.openxmlformats.org/drawingml/2006/main" lIns="9525" tIns="9525" rIns="9525" bIns="9525" anchor="ctr">
            <a:noAutofit/>
          </a:bodyPr>
          <a:lstStyle xmlns:a="http://schemas.openxmlformats.org/drawingml/2006/main">
            <a:defPPr algn="ctr">
              <a:defRPr sz="1050" b="1">
                <a:solidFill>
                  <a:srgbClr val="B58B27"/>
                </a:solidFill>
                <a:latin typeface="Arial"/>
                <a:ea typeface="Arial"/>
                <a:cs typeface="Arial"/>
              </a:defRPr>
            </a:defPPr>
          </a:lstStyle>
          <a:p xmlns:a="http://schemas.openxmlformats.org/drawingml/2006/main">
            <a:pPr algn="ctr">
              <a:buNone/>
              <a:defRPr sz="1050" b="1">
                <a:solidFill>
                  <a:srgbClr val="B58B27"/>
                </a:solidFill>
                <a:latin typeface="Arial"/>
                <a:ea typeface="Arial"/>
                <a:cs typeface="Arial"/>
              </a:defRPr>
            </a:pPr>
            <a:r>
              <a:rPr sz="1050" b="1">
                <a:solidFill>
                  <a:srgbClr val="B58B27"/>
                </a:solidFill>
                <a:latin typeface="Arial"/>
                <a:ea typeface="Arial"/>
                <a:cs typeface="Arial"/>
              </a:rPr>
              <a:t>Weight = 0</a:t>
            </a:r>
          </a:p>
        </p:txBody>
      </p:sp>
      <p:cxnSp>
        <p:nvCxnSpPr>
          <p:cNvPr id="70" name="">
            <a:extLst xmlns:a="http://schemas.openxmlformats.org/drawingml/2006/main">
              <a:ext uri="{FF2B5EF4-FFF2-40B4-BE49-F238E27FC236}">
                <a16:creationId xmlns:a16="http://schemas.microsoft.com/office/drawing/2014/main" id="{596F9399-20D8-42C2-BF9D-2DF485434D64}"/>
              </a:ext>
            </a:extLst>
          </p:cNvPr>
          <p:cNvCxnSpPr>
            <a:stCxn xmlns:a="http://schemas.openxmlformats.org/drawingml/2006/main" id="44" idx="3"/>
            <a:endCxn xmlns:a="http://schemas.openxmlformats.org/drawingml/2006/main" id="68" idx="1"/>
          </p:cNvCxnSpPr>
          <p:nvPr/>
        </p:nvCxnSpPr>
        <p:spPr>
          <a:xfrm xmlns:a="http://schemas.openxmlformats.org/drawingml/2006/main">
            <a:off x="7610475" y="5715000"/>
            <a:ext cx="828675" cy="0"/>
          </a:xfrm>
          <a:prstGeom xmlns:a="http://schemas.openxmlformats.org/drawingml/2006/main" prst="straightConnector1">
            <a:avLst/>
          </a:prstGeom>
          <a:ln xmlns:a="http://schemas.openxmlformats.org/drawingml/2006/main" w="24765">
            <a:solidFill>
              <a:srgbClr val="BA8D2F"/>
            </a:solidFill>
            <a:prstDash val="solid"/>
            <a:tailEnd type="triangle" w="med" len="med"/>
          </a:ln>
        </p:spPr>
      </p:cxnSp>
      <p:cxnSp>
        <p:nvCxnSpPr>
          <p:cNvPr id="71" name="">
            <a:extLst xmlns:a="http://schemas.openxmlformats.org/drawingml/2006/main">
              <a:ext uri="{FF2B5EF4-FFF2-40B4-BE49-F238E27FC236}">
                <a16:creationId xmlns:a16="http://schemas.microsoft.com/office/drawing/2014/main" id="{E3AEB94E-895E-467B-9D2C-2658AA79EBBA}"/>
              </a:ext>
            </a:extLst>
          </p:cNvPr>
          <p:cNvCxnSpPr>
            <a:stCxn xmlns:a="http://schemas.openxmlformats.org/drawingml/2006/main" id="68" idx="3"/>
            <a:endCxn xmlns:a="http://schemas.openxmlformats.org/drawingml/2006/main" id="69" idx="1"/>
          </p:cNvCxnSpPr>
          <p:nvPr/>
        </p:nvCxnSpPr>
        <p:spPr>
          <a:xfrm xmlns:a="http://schemas.openxmlformats.org/drawingml/2006/main">
            <a:off x="8839200" y="5715000"/>
            <a:ext cx="161925" cy="0"/>
          </a:xfrm>
          <a:prstGeom xmlns:a="http://schemas.openxmlformats.org/drawingml/2006/main" prst="straightConnector1">
            <a:avLst/>
          </a:prstGeom>
          <a:ln xmlns:a="http://schemas.openxmlformats.org/drawingml/2006/main" w="24765">
            <a:solidFill>
              <a:srgbClr val="BA8D2F"/>
            </a:solidFill>
            <a:prstDash val="solid"/>
            <a:tailEnd type="triangle" w="med" len="med"/>
          </a:ln>
        </p:spPr>
      </p:cxnSp>
      <p:sp>
        <p:nvSpPr>
          <p:cNvPr id="72" name="four-class-output">
            <a:extLst xmlns:a="http://schemas.openxmlformats.org/drawingml/2006/main">
              <a:ext uri="{FF2B5EF4-FFF2-40B4-BE49-F238E27FC236}">
                <a16:creationId xmlns:a16="http://schemas.microsoft.com/office/drawing/2014/main" id="{612173AA-126E-4306-9C49-7DC7709F1B7F}"/>
              </a:ext>
            </a:extLst>
          </p:cNvPr>
          <p:cNvSpPr>
            <a:spLocks xmlns:a="http://schemas.openxmlformats.org/drawingml/2006/main" noGrp="1"/>
          </p:cNvSpPr>
          <p:nvPr/>
        </p:nvSpPr>
        <p:spPr>
          <a:xfrm xmlns:a="http://schemas.openxmlformats.org/drawingml/2006/main">
            <a:off x="10163175" y="1181100"/>
            <a:ext cx="17811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125" b="1">
                <a:solidFill>
                  <a:srgbClr val="172B46"/>
                </a:solidFill>
                <a:latin typeface="Arial"/>
                <a:ea typeface="Arial"/>
                <a:cs typeface="Arial"/>
              </a:defRPr>
            </a:defPPr>
          </a:lstStyle>
          <a:p xmlns:a="http://schemas.openxmlformats.org/drawingml/2006/main">
            <a:pPr algn="ctr">
              <a:buNone/>
              <a:defRPr sz="1125" b="1">
                <a:solidFill>
                  <a:srgbClr val="172B46"/>
                </a:solidFill>
                <a:latin typeface="Arial"/>
                <a:ea typeface="Arial"/>
                <a:cs typeface="Arial"/>
              </a:defRPr>
            </a:pPr>
            <a:r>
              <a:rPr sz="1125" b="1">
                <a:solidFill>
                  <a:srgbClr val="172B46"/>
                </a:solidFill>
                <a:latin typeface="Arial"/>
                <a:ea typeface="Arial"/>
                <a:cs typeface="Arial"/>
              </a:rPr>
              <a:t>Four-class segmentation</a:t>
            </a:r>
          </a:p>
        </p:txBody>
      </p:sp>
      <p:sp>
        <p:nvSpPr>
          <p:cNvPr id="73" name="segmentation-output-anchor">
            <a:extLst xmlns:a="http://schemas.openxmlformats.org/drawingml/2006/main">
              <a:ext uri="{FF2B5EF4-FFF2-40B4-BE49-F238E27FC236}">
                <a16:creationId xmlns:a16="http://schemas.microsoft.com/office/drawing/2014/main" id="{CE0C43D8-9112-462D-86C2-1B047C93B0AE}"/>
              </a:ext>
            </a:extLst>
          </p:cNvPr>
          <p:cNvSpPr>
            <a:spLocks xmlns:a="http://schemas.openxmlformats.org/drawingml/2006/main" noGrp="1"/>
          </p:cNvSpPr>
          <p:nvPr/>
        </p:nvSpPr>
        <p:spPr>
          <a:xfrm xmlns:a="http://schemas.openxmlformats.org/drawingml/2006/main">
            <a:off x="10458450" y="1676400"/>
            <a:ext cx="1181100" cy="1181100"/>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74" name="">
            <a:extLst xmlns:a="http://schemas.openxmlformats.org/drawingml/2006/main">
              <a:ext uri="{FF2B5EF4-FFF2-40B4-BE49-F238E27FC236}">
                <a16:creationId xmlns:a16="http://schemas.microsoft.com/office/drawing/2014/main" id="{54036D06-8BA7-4CB6-9E22-7B406CE37589}"/>
              </a:ext>
            </a:extLst>
          </p:cNvPr>
          <p:cNvCxnSpPr>
            <a:stCxn xmlns:a="http://schemas.openxmlformats.org/drawingml/2006/main" id="57" idx="3"/>
            <a:endCxn xmlns:a="http://schemas.openxmlformats.org/drawingml/2006/main" id="73" idx="1"/>
          </p:cNvCxnSpPr>
          <p:nvPr/>
        </p:nvCxnSpPr>
        <p:spPr>
          <a:xfrm xmlns:a="http://schemas.openxmlformats.org/drawingml/2006/main">
            <a:off x="9915525" y="2190750"/>
            <a:ext cx="542925" cy="76200"/>
          </a:xfrm>
          <a:prstGeom xmlns:a="http://schemas.openxmlformats.org/drawingml/2006/main" prst="straightConnector1">
            <a:avLst/>
          </a:prstGeom>
          <a:ln xmlns:a="http://schemas.openxmlformats.org/drawingml/2006/main" w="28575">
            <a:solidFill>
              <a:srgbClr val="244D7B"/>
            </a:solidFill>
            <a:prstDash val="solid"/>
            <a:tailEnd type="triangle" w="med" len="med"/>
          </a:ln>
        </p:spPr>
      </p:cxnSp>
      <p:sp>
        <p:nvSpPr>
          <p:cNvPr id="75" name="prediction-label">
            <a:extLst xmlns:a="http://schemas.openxmlformats.org/drawingml/2006/main">
              <a:ext uri="{FF2B5EF4-FFF2-40B4-BE49-F238E27FC236}">
                <a16:creationId xmlns:a16="http://schemas.microsoft.com/office/drawing/2014/main" id="{7D8CD8B2-7018-4358-B546-C9DD6D8255B1}"/>
              </a:ext>
            </a:extLst>
          </p:cNvPr>
          <p:cNvSpPr>
            <a:spLocks xmlns:a="http://schemas.openxmlformats.org/drawingml/2006/main" noGrp="1"/>
          </p:cNvSpPr>
          <p:nvPr/>
        </p:nvSpPr>
        <p:spPr>
          <a:xfrm xmlns:a="http://schemas.openxmlformats.org/drawingml/2006/main">
            <a:off x="10363200" y="1438275"/>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125" b="1">
                <a:solidFill>
                  <a:srgbClr val="172B46"/>
                </a:solidFill>
                <a:latin typeface="Arial"/>
                <a:ea typeface="Arial"/>
                <a:cs typeface="Arial"/>
              </a:defRPr>
            </a:defPPr>
          </a:lstStyle>
          <a:p xmlns:a="http://schemas.openxmlformats.org/drawingml/2006/main">
            <a:pPr algn="ctr">
              <a:buNone/>
              <a:defRPr sz="1125" b="1">
                <a:solidFill>
                  <a:srgbClr val="172B46"/>
                </a:solidFill>
                <a:latin typeface="Arial"/>
                <a:ea typeface="Arial"/>
                <a:cs typeface="Arial"/>
              </a:defRPr>
            </a:pPr>
            <a:r>
              <a:rPr sz="1125" b="1">
                <a:solidFill>
                  <a:srgbClr val="172B46"/>
                </a:solidFill>
                <a:latin typeface="Arial"/>
                <a:ea typeface="Arial"/>
                <a:cs typeface="Arial"/>
              </a:rPr>
              <a:t>Prediction</a:t>
            </a:r>
          </a:p>
        </p:txBody>
      </p:sp>
      <p:pic>
        <p:nvPicPr>
          <p:cNvPr id="76" name="">
            <a:extLst xmlns:a="http://schemas.openxmlformats.org/drawingml/2006/main">
              <a:ext uri="{FF2B5EF4-FFF2-40B4-BE49-F238E27FC236}">
                <a16:creationId xmlns:a16="http://schemas.microsoft.com/office/drawing/2014/main" id="{1FFEACD0-5C34-4BCC-AAE3-E3B738805609}"/>
              </a:ext>
            </a:extLst>
          </p:cNvPr>
          <p:cNvPicPr>
            <a:picLocks xmlns:a="http://schemas.openxmlformats.org/drawingml/2006/main" noChangeAspect="1"/>
          </p:cNvPicPr>
          <p:nvPr/>
        </p:nvPicPr>
        <p:blipFill>
          <a:blip xmlns:r="http://schemas.openxmlformats.org/officeDocument/2006/relationships" xmlns:a="http://schemas.openxmlformats.org/drawingml/2006/main" r:embed="Red5b3771dce2424f"/>
          <a:stretch xmlns:a="http://schemas.openxmlformats.org/drawingml/2006/main"/>
        </p:blipFill>
        <p:spPr>
          <a:xfrm xmlns:a="http://schemas.openxmlformats.org/drawingml/2006/main">
            <a:off x="10458450" y="1682513"/>
            <a:ext cx="1181100" cy="1168873"/>
          </a:xfrm>
          <a:prstGeom xmlns:a="http://schemas.openxmlformats.org/drawingml/2006/main" prst="rect">
            <a:avLst/>
          </a:prstGeom>
        </p:spPr>
      </p:pic>
      <p:sp>
        <p:nvSpPr>
          <p:cNvPr id="77" name="ground-truth-label">
            <a:extLst xmlns:a="http://schemas.openxmlformats.org/drawingml/2006/main">
              <a:ext uri="{FF2B5EF4-FFF2-40B4-BE49-F238E27FC236}">
                <a16:creationId xmlns:a16="http://schemas.microsoft.com/office/drawing/2014/main" id="{D9DBCA69-A369-4283-A074-A897A4A83C39}"/>
              </a:ext>
            </a:extLst>
          </p:cNvPr>
          <p:cNvSpPr>
            <a:spLocks xmlns:a="http://schemas.openxmlformats.org/drawingml/2006/main" noGrp="1"/>
          </p:cNvSpPr>
          <p:nvPr/>
        </p:nvSpPr>
        <p:spPr>
          <a:xfrm xmlns:a="http://schemas.openxmlformats.org/drawingml/2006/main">
            <a:off x="10363200" y="3067050"/>
            <a:ext cx="1381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125" b="1">
                <a:solidFill>
                  <a:srgbClr val="172B46"/>
                </a:solidFill>
                <a:latin typeface="Arial"/>
                <a:ea typeface="Arial"/>
                <a:cs typeface="Arial"/>
              </a:defRPr>
            </a:defPPr>
          </a:lstStyle>
          <a:p xmlns:a="http://schemas.openxmlformats.org/drawingml/2006/main">
            <a:pPr algn="ctr">
              <a:buNone/>
              <a:defRPr sz="1125" b="1">
                <a:solidFill>
                  <a:srgbClr val="172B46"/>
                </a:solidFill>
                <a:latin typeface="Arial"/>
                <a:ea typeface="Arial"/>
                <a:cs typeface="Arial"/>
              </a:defRPr>
            </a:pPr>
            <a:r>
              <a:rPr sz="1125" b="1">
                <a:solidFill>
                  <a:srgbClr val="172B46"/>
                </a:solidFill>
                <a:latin typeface="Arial"/>
                <a:ea typeface="Arial"/>
                <a:cs typeface="Arial"/>
              </a:rPr>
              <a:t>Ground truth</a:t>
            </a:r>
          </a:p>
        </p:txBody>
      </p:sp>
      <p:pic>
        <p:nvPicPr>
          <p:cNvPr id="78" name="">
            <a:extLst xmlns:a="http://schemas.openxmlformats.org/drawingml/2006/main">
              <a:ext uri="{FF2B5EF4-FFF2-40B4-BE49-F238E27FC236}">
                <a16:creationId xmlns:a16="http://schemas.microsoft.com/office/drawing/2014/main" id="{B32A0FA9-7232-45A4-9A70-4DA85ED47794}"/>
              </a:ext>
            </a:extLst>
          </p:cNvPr>
          <p:cNvPicPr>
            <a:picLocks xmlns:a="http://schemas.openxmlformats.org/drawingml/2006/main" noChangeAspect="1"/>
          </p:cNvPicPr>
          <p:nvPr/>
        </p:nvPicPr>
        <p:blipFill>
          <a:blip xmlns:r="http://schemas.openxmlformats.org/officeDocument/2006/relationships" xmlns:a="http://schemas.openxmlformats.org/drawingml/2006/main" r:embed="R9cf4a634979e4945"/>
          <a:stretch xmlns:a="http://schemas.openxmlformats.org/drawingml/2006/main"/>
        </p:blipFill>
        <p:spPr>
          <a:xfrm xmlns:a="http://schemas.openxmlformats.org/drawingml/2006/main">
            <a:off x="10458450" y="3314700"/>
            <a:ext cx="1181100" cy="1181100"/>
          </a:xfrm>
          <a:prstGeom xmlns:a="http://schemas.openxmlformats.org/drawingml/2006/main" prst="rect">
            <a:avLst/>
          </a:prstGeom>
        </p:spPr>
      </p:pic>
      <p:sp>
        <p:nvSpPr>
          <p:cNvPr id="79" name="development-example-label">
            <a:extLst xmlns:a="http://schemas.openxmlformats.org/drawingml/2006/main">
              <a:ext uri="{FF2B5EF4-FFF2-40B4-BE49-F238E27FC236}">
                <a16:creationId xmlns:a16="http://schemas.microsoft.com/office/drawing/2014/main" id="{47422F15-A281-4617-8E8F-374B0066DD50}"/>
              </a:ext>
            </a:extLst>
          </p:cNvPr>
          <p:cNvSpPr>
            <a:spLocks xmlns:a="http://schemas.openxmlformats.org/drawingml/2006/main" noGrp="1"/>
          </p:cNvSpPr>
          <p:nvPr/>
        </p:nvSpPr>
        <p:spPr>
          <a:xfrm xmlns:a="http://schemas.openxmlformats.org/drawingml/2006/main">
            <a:off x="10201275" y="4619625"/>
            <a:ext cx="17049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975" b="0">
                <a:solidFill>
                  <a:srgbClr val="172B46"/>
                </a:solidFill>
                <a:latin typeface="Arial"/>
                <a:ea typeface="Arial"/>
                <a:cs typeface="Arial"/>
              </a:defRPr>
            </a:defPPr>
          </a:lstStyle>
          <a:p xmlns:a="http://schemas.openxmlformats.org/drawingml/2006/main">
            <a:pPr algn="ctr">
              <a:buNone/>
              <a:defRPr sz="975" b="0">
                <a:solidFill>
                  <a:srgbClr val="172B46"/>
                </a:solidFill>
                <a:latin typeface="Arial"/>
                <a:ea typeface="Arial"/>
                <a:cs typeface="Arial"/>
              </a:defRPr>
            </a:pPr>
            <a:r>
              <a:rPr sz="975" b="0">
                <a:solidFill>
                  <a:srgbClr val="172B46"/>
                </a:solidFill>
                <a:latin typeface="Arial"/>
                <a:ea typeface="Arial"/>
                <a:cs typeface="Arial"/>
              </a:rPr>
              <a:t>Illustrative development case</a:t>
            </a:r>
          </a:p>
        </p:txBody>
      </p:sp>
      <p:sp>
        <p:nvSpPr>
          <p:cNvPr id="80" name="class-color-0">
            <a:extLst xmlns:a="http://schemas.openxmlformats.org/drawingml/2006/main">
              <a:ext uri="{FF2B5EF4-FFF2-40B4-BE49-F238E27FC236}">
                <a16:creationId xmlns:a16="http://schemas.microsoft.com/office/drawing/2014/main" id="{2F2CD923-FC28-45C7-8540-AF2222A0C0DA}"/>
              </a:ext>
            </a:extLst>
          </p:cNvPr>
          <p:cNvSpPr>
            <a:spLocks xmlns:a="http://schemas.openxmlformats.org/drawingml/2006/main" noGrp="1"/>
          </p:cNvSpPr>
          <p:nvPr/>
        </p:nvSpPr>
        <p:spPr>
          <a:xfrm xmlns:a="http://schemas.openxmlformats.org/drawingml/2006/main">
            <a:off x="10334625" y="5172075"/>
            <a:ext cx="114300" cy="114300"/>
          </a:xfrm>
          <a:prstGeom xmlns:a="http://schemas.openxmlformats.org/drawingml/2006/main" prst="rect">
            <a:avLst/>
          </a:prstGeom>
          <a:solidFill xmlns:a="http://schemas.openxmlformats.org/drawingml/2006/main">
            <a:srgbClr val="F04D39"/>
          </a:solidFill>
          <a:ln xmlns:a="http://schemas.openxmlformats.org/drawingml/2006/main" w="0">
            <a:noFill/>
            <a:prstDash val="solid"/>
          </a:ln>
        </p:spPr>
      </p:sp>
      <p:sp>
        <p:nvSpPr>
          <p:cNvPr id="81" name="class-label-0">
            <a:extLst xmlns:a="http://schemas.openxmlformats.org/drawingml/2006/main">
              <a:ext uri="{FF2B5EF4-FFF2-40B4-BE49-F238E27FC236}">
                <a16:creationId xmlns:a16="http://schemas.microsoft.com/office/drawing/2014/main" id="{62A89094-1476-4AF6-8AD9-272494E1F5FC}"/>
              </a:ext>
            </a:extLst>
          </p:cNvPr>
          <p:cNvSpPr>
            <a:spLocks xmlns:a="http://schemas.openxmlformats.org/drawingml/2006/main" noGrp="1"/>
          </p:cNvSpPr>
          <p:nvPr/>
        </p:nvSpPr>
        <p:spPr>
          <a:xfrm xmlns:a="http://schemas.openxmlformats.org/drawingml/2006/main">
            <a:off x="10515600" y="5133975"/>
            <a:ext cx="13239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172B46"/>
                </a:solidFill>
                <a:latin typeface="Arial"/>
                <a:ea typeface="Arial"/>
                <a:cs typeface="Arial"/>
              </a:defRPr>
            </a:defPPr>
          </a:lstStyle>
          <a:p xmlns:a="http://schemas.openxmlformats.org/drawingml/2006/main">
            <a:pPr algn="l">
              <a:buNone/>
              <a:defRPr sz="1125" b="0">
                <a:solidFill>
                  <a:srgbClr val="172B46"/>
                </a:solidFill>
                <a:latin typeface="Arial"/>
                <a:ea typeface="Arial"/>
                <a:cs typeface="Arial"/>
              </a:defRPr>
            </a:pPr>
            <a:r>
              <a:rPr sz="1125" b="0">
                <a:solidFill>
                  <a:srgbClr val="172B46"/>
                </a:solidFill>
                <a:latin typeface="Arial"/>
                <a:ea typeface="Arial"/>
                <a:cs typeface="Arial"/>
              </a:rPr>
              <a:t>Lumen</a:t>
            </a:r>
          </a:p>
        </p:txBody>
      </p:sp>
      <p:sp>
        <p:nvSpPr>
          <p:cNvPr id="82" name="class-color-1">
            <a:extLst xmlns:a="http://schemas.openxmlformats.org/drawingml/2006/main">
              <a:ext uri="{FF2B5EF4-FFF2-40B4-BE49-F238E27FC236}">
                <a16:creationId xmlns:a16="http://schemas.microsoft.com/office/drawing/2014/main" id="{FE8BEE0A-48F5-4A7C-98E3-DAFB7C97CE67}"/>
              </a:ext>
            </a:extLst>
          </p:cNvPr>
          <p:cNvSpPr>
            <a:spLocks xmlns:a="http://schemas.openxmlformats.org/drawingml/2006/main" noGrp="1"/>
          </p:cNvSpPr>
          <p:nvPr/>
        </p:nvSpPr>
        <p:spPr>
          <a:xfrm xmlns:a="http://schemas.openxmlformats.org/drawingml/2006/main">
            <a:off x="10334625" y="5400675"/>
            <a:ext cx="114300" cy="114300"/>
          </a:xfrm>
          <a:prstGeom xmlns:a="http://schemas.openxmlformats.org/drawingml/2006/main" prst="rect">
            <a:avLst/>
          </a:prstGeom>
          <a:solidFill xmlns:a="http://schemas.openxmlformats.org/drawingml/2006/main">
            <a:srgbClr val="4CAF7A"/>
          </a:solidFill>
          <a:ln xmlns:a="http://schemas.openxmlformats.org/drawingml/2006/main" w="0">
            <a:noFill/>
            <a:prstDash val="solid"/>
          </a:ln>
        </p:spPr>
      </p:sp>
      <p:sp>
        <p:nvSpPr>
          <p:cNvPr id="83" name="class-label-1">
            <a:extLst xmlns:a="http://schemas.openxmlformats.org/drawingml/2006/main">
              <a:ext uri="{FF2B5EF4-FFF2-40B4-BE49-F238E27FC236}">
                <a16:creationId xmlns:a16="http://schemas.microsoft.com/office/drawing/2014/main" id="{6D3ED6A4-76C4-4027-B3B5-FD8C19D59712}"/>
              </a:ext>
            </a:extLst>
          </p:cNvPr>
          <p:cNvSpPr>
            <a:spLocks xmlns:a="http://schemas.openxmlformats.org/drawingml/2006/main" noGrp="1"/>
          </p:cNvSpPr>
          <p:nvPr/>
        </p:nvSpPr>
        <p:spPr>
          <a:xfrm xmlns:a="http://schemas.openxmlformats.org/drawingml/2006/main">
            <a:off x="10515600" y="5362575"/>
            <a:ext cx="13239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172B46"/>
                </a:solidFill>
                <a:latin typeface="Arial"/>
                <a:ea typeface="Arial"/>
                <a:cs typeface="Arial"/>
              </a:defRPr>
            </a:defPPr>
          </a:lstStyle>
          <a:p xmlns:a="http://schemas.openxmlformats.org/drawingml/2006/main">
            <a:pPr algn="l">
              <a:buNone/>
              <a:defRPr sz="1125" b="0">
                <a:solidFill>
                  <a:srgbClr val="172B46"/>
                </a:solidFill>
                <a:latin typeface="Arial"/>
                <a:ea typeface="Arial"/>
                <a:cs typeface="Arial"/>
              </a:defRPr>
            </a:pPr>
            <a:r>
              <a:rPr sz="1125" b="0">
                <a:solidFill>
                  <a:srgbClr val="172B46"/>
                </a:solidFill>
                <a:latin typeface="Arial"/>
                <a:ea typeface="Arial"/>
                <a:cs typeface="Arial"/>
              </a:rPr>
              <a:t>Fibrous cap</a:t>
            </a:r>
          </a:p>
        </p:txBody>
      </p:sp>
      <p:sp>
        <p:nvSpPr>
          <p:cNvPr id="84" name="class-color-2">
            <a:extLst xmlns:a="http://schemas.openxmlformats.org/drawingml/2006/main">
              <a:ext uri="{FF2B5EF4-FFF2-40B4-BE49-F238E27FC236}">
                <a16:creationId xmlns:a16="http://schemas.microsoft.com/office/drawing/2014/main" id="{271AF93B-B83E-4396-8BD5-97CEEEE936BE}"/>
              </a:ext>
            </a:extLst>
          </p:cNvPr>
          <p:cNvSpPr>
            <a:spLocks xmlns:a="http://schemas.openxmlformats.org/drawingml/2006/main" noGrp="1"/>
          </p:cNvSpPr>
          <p:nvPr/>
        </p:nvSpPr>
        <p:spPr>
          <a:xfrm xmlns:a="http://schemas.openxmlformats.org/drawingml/2006/main">
            <a:off x="10334625" y="5629275"/>
            <a:ext cx="114300" cy="114300"/>
          </a:xfrm>
          <a:prstGeom xmlns:a="http://schemas.openxmlformats.org/drawingml/2006/main" prst="rect">
            <a:avLst/>
          </a:prstGeom>
          <a:solidFill xmlns:a="http://schemas.openxmlformats.org/drawingml/2006/main">
            <a:srgbClr val="FF9800"/>
          </a:solidFill>
          <a:ln xmlns:a="http://schemas.openxmlformats.org/drawingml/2006/main" w="0">
            <a:noFill/>
            <a:prstDash val="solid"/>
          </a:ln>
        </p:spPr>
      </p:sp>
      <p:sp>
        <p:nvSpPr>
          <p:cNvPr id="85" name="class-label-2">
            <a:extLst xmlns:a="http://schemas.openxmlformats.org/drawingml/2006/main">
              <a:ext uri="{FF2B5EF4-FFF2-40B4-BE49-F238E27FC236}">
                <a16:creationId xmlns:a16="http://schemas.microsoft.com/office/drawing/2014/main" id="{7DB6D126-4BAB-4D20-8352-7807BE2ABACD}"/>
              </a:ext>
            </a:extLst>
          </p:cNvPr>
          <p:cNvSpPr>
            <a:spLocks xmlns:a="http://schemas.openxmlformats.org/drawingml/2006/main" noGrp="1"/>
          </p:cNvSpPr>
          <p:nvPr/>
        </p:nvSpPr>
        <p:spPr>
          <a:xfrm xmlns:a="http://schemas.openxmlformats.org/drawingml/2006/main">
            <a:off x="10515600" y="5591175"/>
            <a:ext cx="13239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172B46"/>
                </a:solidFill>
                <a:latin typeface="Arial"/>
                <a:ea typeface="Arial"/>
                <a:cs typeface="Arial"/>
              </a:defRPr>
            </a:defPPr>
          </a:lstStyle>
          <a:p xmlns:a="http://schemas.openxmlformats.org/drawingml/2006/main">
            <a:pPr algn="l">
              <a:buNone/>
              <a:defRPr sz="1125" b="0">
                <a:solidFill>
                  <a:srgbClr val="172B46"/>
                </a:solidFill>
                <a:latin typeface="Arial"/>
                <a:ea typeface="Arial"/>
                <a:cs typeface="Arial"/>
              </a:defRPr>
            </a:pPr>
            <a:r>
              <a:rPr sz="1125" b="0">
                <a:solidFill>
                  <a:srgbClr val="172B46"/>
                </a:solidFill>
                <a:latin typeface="Arial"/>
                <a:ea typeface="Arial"/>
                <a:cs typeface="Arial"/>
              </a:rPr>
              <a:t>Lipid core</a:t>
            </a:r>
          </a:p>
        </p:txBody>
      </p:sp>
      <p:sp>
        <p:nvSpPr>
          <p:cNvPr id="86" name="class-color-3">
            <a:extLst xmlns:a="http://schemas.openxmlformats.org/drawingml/2006/main">
              <a:ext uri="{FF2B5EF4-FFF2-40B4-BE49-F238E27FC236}">
                <a16:creationId xmlns:a16="http://schemas.microsoft.com/office/drawing/2014/main" id="{96BBA803-20E6-4109-BC6D-821D57AA94CF}"/>
              </a:ext>
            </a:extLst>
          </p:cNvPr>
          <p:cNvSpPr>
            <a:spLocks xmlns:a="http://schemas.openxmlformats.org/drawingml/2006/main" noGrp="1"/>
          </p:cNvSpPr>
          <p:nvPr/>
        </p:nvSpPr>
        <p:spPr>
          <a:xfrm xmlns:a="http://schemas.openxmlformats.org/drawingml/2006/main">
            <a:off x="10334625" y="5857875"/>
            <a:ext cx="114300" cy="114300"/>
          </a:xfrm>
          <a:prstGeom xmlns:a="http://schemas.openxmlformats.org/drawingml/2006/main" prst="rect">
            <a:avLst/>
          </a:prstGeom>
          <a:solidFill xmlns:a="http://schemas.openxmlformats.org/drawingml/2006/main">
            <a:srgbClr val="974AB8"/>
          </a:solidFill>
          <a:ln xmlns:a="http://schemas.openxmlformats.org/drawingml/2006/main" w="0">
            <a:noFill/>
            <a:prstDash val="solid"/>
          </a:ln>
        </p:spPr>
      </p:sp>
      <p:sp>
        <p:nvSpPr>
          <p:cNvPr id="87" name="class-label-3">
            <a:extLst xmlns:a="http://schemas.openxmlformats.org/drawingml/2006/main">
              <a:ext uri="{FF2B5EF4-FFF2-40B4-BE49-F238E27FC236}">
                <a16:creationId xmlns:a16="http://schemas.microsoft.com/office/drawing/2014/main" id="{4082A4BC-A68D-4EAD-8F59-95757239D1AF}"/>
              </a:ext>
            </a:extLst>
          </p:cNvPr>
          <p:cNvSpPr>
            <a:spLocks xmlns:a="http://schemas.openxmlformats.org/drawingml/2006/main" noGrp="1"/>
          </p:cNvSpPr>
          <p:nvPr/>
        </p:nvSpPr>
        <p:spPr>
          <a:xfrm xmlns:a="http://schemas.openxmlformats.org/drawingml/2006/main">
            <a:off x="10515600" y="5819775"/>
            <a:ext cx="13239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172B46"/>
                </a:solidFill>
                <a:latin typeface="Arial"/>
                <a:ea typeface="Arial"/>
                <a:cs typeface="Arial"/>
              </a:defRPr>
            </a:defPPr>
          </a:lstStyle>
          <a:p xmlns:a="http://schemas.openxmlformats.org/drawingml/2006/main">
            <a:pPr algn="l">
              <a:buNone/>
              <a:defRPr sz="1125" b="0">
                <a:solidFill>
                  <a:srgbClr val="172B46"/>
                </a:solidFill>
                <a:latin typeface="Arial"/>
                <a:ea typeface="Arial"/>
                <a:cs typeface="Arial"/>
              </a:defRPr>
            </a:pPr>
            <a:r>
              <a:rPr sz="1125" b="0">
                <a:solidFill>
                  <a:srgbClr val="172B46"/>
                </a:solidFill>
                <a:latin typeface="Arial"/>
                <a:ea typeface="Arial"/>
                <a:cs typeface="Arial"/>
              </a:rPr>
              <a:t>Vasa vasorum</a:t>
            </a:r>
          </a:p>
        </p:txBody>
      </p:sp>
      <p:sp>
        <p:nvSpPr>
          <p:cNvPr id="88" name="feature-flow-from">
            <a:extLst xmlns:a="http://schemas.openxmlformats.org/drawingml/2006/main">
              <a:ext uri="{FF2B5EF4-FFF2-40B4-BE49-F238E27FC236}">
                <a16:creationId xmlns:a16="http://schemas.microsoft.com/office/drawing/2014/main" id="{B7DFDACF-90E1-4B25-8E7B-1952C4BD5D23}"/>
              </a:ext>
            </a:extLst>
          </p:cNvPr>
          <p:cNvSpPr>
            <a:spLocks xmlns:a="http://schemas.openxmlformats.org/drawingml/2006/main" noGrp="1"/>
          </p:cNvSpPr>
          <p:nvPr/>
        </p:nvSpPr>
        <p:spPr>
          <a:xfrm xmlns:a="http://schemas.openxmlformats.org/drawingml/2006/main">
            <a:off x="238125" y="6486525"/>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89" name="feature-flow-to">
            <a:extLst xmlns:a="http://schemas.openxmlformats.org/drawingml/2006/main">
              <a:ext uri="{FF2B5EF4-FFF2-40B4-BE49-F238E27FC236}">
                <a16:creationId xmlns:a16="http://schemas.microsoft.com/office/drawing/2014/main" id="{254C5F33-88EF-432B-A5BE-2FC701449012}"/>
              </a:ext>
            </a:extLst>
          </p:cNvPr>
          <p:cNvSpPr>
            <a:spLocks xmlns:a="http://schemas.openxmlformats.org/drawingml/2006/main" noGrp="1"/>
          </p:cNvSpPr>
          <p:nvPr/>
        </p:nvSpPr>
        <p:spPr>
          <a:xfrm xmlns:a="http://schemas.openxmlformats.org/drawingml/2006/main">
            <a:off x="647700" y="6486525"/>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90" name="">
            <a:extLst xmlns:a="http://schemas.openxmlformats.org/drawingml/2006/main">
              <a:ext uri="{FF2B5EF4-FFF2-40B4-BE49-F238E27FC236}">
                <a16:creationId xmlns:a16="http://schemas.microsoft.com/office/drawing/2014/main" id="{7FBFDA57-A438-4520-9825-A2495A72A0B3}"/>
              </a:ext>
            </a:extLst>
          </p:cNvPr>
          <p:cNvCxnSpPr>
            <a:stCxn xmlns:a="http://schemas.openxmlformats.org/drawingml/2006/main" id="88" idx="3"/>
            <a:endCxn xmlns:a="http://schemas.openxmlformats.org/drawingml/2006/main" id="89" idx="1"/>
          </p:cNvCxnSpPr>
          <p:nvPr/>
        </p:nvCxnSpPr>
        <p:spPr>
          <a:xfrm xmlns:a="http://schemas.openxmlformats.org/drawingml/2006/main">
            <a:off x="247650" y="6491288"/>
            <a:ext cx="400050" cy="0"/>
          </a:xfrm>
          <a:prstGeom xmlns:a="http://schemas.openxmlformats.org/drawingml/2006/main" prst="straightConnector1">
            <a:avLst/>
          </a:prstGeom>
          <a:ln xmlns:a="http://schemas.openxmlformats.org/drawingml/2006/main" w="25718">
            <a:solidFill>
              <a:srgbClr val="244D7B"/>
            </a:solidFill>
            <a:prstDash val="solid"/>
            <a:tailEnd type="triangle" w="med" len="med"/>
          </a:ln>
        </p:spPr>
      </p:cxnSp>
      <p:sp>
        <p:nvSpPr>
          <p:cNvPr id="91" name="feature-flow-label">
            <a:extLst xmlns:a="http://schemas.openxmlformats.org/drawingml/2006/main">
              <a:ext uri="{FF2B5EF4-FFF2-40B4-BE49-F238E27FC236}">
                <a16:creationId xmlns:a16="http://schemas.microsoft.com/office/drawing/2014/main" id="{F84DA4D2-DAEB-4605-9FE3-4AE649901035}"/>
              </a:ext>
            </a:extLst>
          </p:cNvPr>
          <p:cNvSpPr>
            <a:spLocks xmlns:a="http://schemas.openxmlformats.org/drawingml/2006/main" noGrp="1"/>
          </p:cNvSpPr>
          <p:nvPr/>
        </p:nvSpPr>
        <p:spPr>
          <a:xfrm xmlns:a="http://schemas.openxmlformats.org/drawingml/2006/main">
            <a:off x="752475" y="636270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172B46"/>
                </a:solidFill>
                <a:latin typeface="Arial"/>
                <a:ea typeface="Arial"/>
                <a:cs typeface="Arial"/>
              </a:defRPr>
            </a:defPPr>
          </a:lstStyle>
          <a:p xmlns:a="http://schemas.openxmlformats.org/drawingml/2006/main">
            <a:pPr algn="l">
              <a:buNone/>
              <a:defRPr sz="1125" b="0">
                <a:solidFill>
                  <a:srgbClr val="172B46"/>
                </a:solidFill>
                <a:latin typeface="Arial"/>
                <a:ea typeface="Arial"/>
                <a:cs typeface="Arial"/>
              </a:defRPr>
            </a:pPr>
            <a:r>
              <a:rPr sz="1125" b="0">
                <a:solidFill>
                  <a:srgbClr val="172B46"/>
                </a:solidFill>
                <a:latin typeface="Arial"/>
                <a:ea typeface="Arial"/>
                <a:cs typeface="Arial"/>
              </a:rPr>
              <a:t>Feature flow</a:t>
            </a:r>
          </a:p>
        </p:txBody>
      </p:sp>
      <p:sp>
        <p:nvSpPr>
          <p:cNvPr id="92" name="skip-connections-from">
            <a:extLst xmlns:a="http://schemas.openxmlformats.org/drawingml/2006/main">
              <a:ext uri="{FF2B5EF4-FFF2-40B4-BE49-F238E27FC236}">
                <a16:creationId xmlns:a16="http://schemas.microsoft.com/office/drawing/2014/main" id="{BA71F570-D93E-4B1C-88A0-C27EFA541293}"/>
              </a:ext>
            </a:extLst>
          </p:cNvPr>
          <p:cNvSpPr>
            <a:spLocks xmlns:a="http://schemas.openxmlformats.org/drawingml/2006/main" noGrp="1"/>
          </p:cNvSpPr>
          <p:nvPr/>
        </p:nvSpPr>
        <p:spPr>
          <a:xfrm xmlns:a="http://schemas.openxmlformats.org/drawingml/2006/main">
            <a:off x="2419350" y="6486525"/>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93" name="skip-connections-to">
            <a:extLst xmlns:a="http://schemas.openxmlformats.org/drawingml/2006/main">
              <a:ext uri="{FF2B5EF4-FFF2-40B4-BE49-F238E27FC236}">
                <a16:creationId xmlns:a16="http://schemas.microsoft.com/office/drawing/2014/main" id="{583C9F90-7743-442D-B69A-FE3A9E5877EE}"/>
              </a:ext>
            </a:extLst>
          </p:cNvPr>
          <p:cNvSpPr>
            <a:spLocks xmlns:a="http://schemas.openxmlformats.org/drawingml/2006/main" noGrp="1"/>
          </p:cNvSpPr>
          <p:nvPr/>
        </p:nvSpPr>
        <p:spPr>
          <a:xfrm xmlns:a="http://schemas.openxmlformats.org/drawingml/2006/main">
            <a:off x="2828925" y="6486525"/>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94" name="">
            <a:extLst xmlns:a="http://schemas.openxmlformats.org/drawingml/2006/main">
              <a:ext uri="{FF2B5EF4-FFF2-40B4-BE49-F238E27FC236}">
                <a16:creationId xmlns:a16="http://schemas.microsoft.com/office/drawing/2014/main" id="{091DBD9D-64BF-45B1-8C13-69DC45B96CC4}"/>
              </a:ext>
            </a:extLst>
          </p:cNvPr>
          <p:cNvCxnSpPr>
            <a:stCxn xmlns:a="http://schemas.openxmlformats.org/drawingml/2006/main" id="92" idx="3"/>
            <a:endCxn xmlns:a="http://schemas.openxmlformats.org/drawingml/2006/main" id="93" idx="1"/>
          </p:cNvCxnSpPr>
          <p:nvPr/>
        </p:nvCxnSpPr>
        <p:spPr>
          <a:xfrm xmlns:a="http://schemas.openxmlformats.org/drawingml/2006/main">
            <a:off x="2428875" y="6491288"/>
            <a:ext cx="400050" cy="0"/>
          </a:xfrm>
          <a:prstGeom xmlns:a="http://schemas.openxmlformats.org/drawingml/2006/main" prst="straightConnector1">
            <a:avLst/>
          </a:prstGeom>
          <a:ln xmlns:a="http://schemas.openxmlformats.org/drawingml/2006/main" w="25718">
            <a:solidFill>
              <a:srgbClr val="8B949E"/>
            </a:solidFill>
            <a:prstDash val="dash"/>
            <a:tailEnd type="triangle" w="med" len="med"/>
          </a:ln>
        </p:spPr>
      </p:cxnSp>
      <p:sp>
        <p:nvSpPr>
          <p:cNvPr id="95" name="skip-connections-label">
            <a:extLst xmlns:a="http://schemas.openxmlformats.org/drawingml/2006/main">
              <a:ext uri="{FF2B5EF4-FFF2-40B4-BE49-F238E27FC236}">
                <a16:creationId xmlns:a16="http://schemas.microsoft.com/office/drawing/2014/main" id="{3158DB01-44FA-4D52-8EBB-0ACB77CFA0B8}"/>
              </a:ext>
            </a:extLst>
          </p:cNvPr>
          <p:cNvSpPr>
            <a:spLocks xmlns:a="http://schemas.openxmlformats.org/drawingml/2006/main" noGrp="1"/>
          </p:cNvSpPr>
          <p:nvPr/>
        </p:nvSpPr>
        <p:spPr>
          <a:xfrm xmlns:a="http://schemas.openxmlformats.org/drawingml/2006/main">
            <a:off x="2933700" y="6362700"/>
            <a:ext cx="16097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172B46"/>
                </a:solidFill>
                <a:latin typeface="Arial"/>
                <a:ea typeface="Arial"/>
                <a:cs typeface="Arial"/>
              </a:defRPr>
            </a:defPPr>
          </a:lstStyle>
          <a:p xmlns:a="http://schemas.openxmlformats.org/drawingml/2006/main">
            <a:pPr algn="l">
              <a:buNone/>
              <a:defRPr sz="1125" b="0">
                <a:solidFill>
                  <a:srgbClr val="172B46"/>
                </a:solidFill>
                <a:latin typeface="Arial"/>
                <a:ea typeface="Arial"/>
                <a:cs typeface="Arial"/>
              </a:defRPr>
            </a:pPr>
            <a:r>
              <a:rPr sz="1125" b="0">
                <a:solidFill>
                  <a:srgbClr val="172B46"/>
                </a:solidFill>
                <a:latin typeface="Arial"/>
                <a:ea typeface="Arial"/>
                <a:cs typeface="Arial"/>
              </a:rPr>
              <a:t>Skip connection</a:t>
            </a:r>
          </a:p>
        </p:txBody>
      </p:sp>
      <p:sp>
        <p:nvSpPr>
          <p:cNvPr id="96" name="auxiliary-supervision-from">
            <a:extLst xmlns:a="http://schemas.openxmlformats.org/drawingml/2006/main">
              <a:ext uri="{FF2B5EF4-FFF2-40B4-BE49-F238E27FC236}">
                <a16:creationId xmlns:a16="http://schemas.microsoft.com/office/drawing/2014/main" id="{A93203EE-C7FA-4AA9-86A7-7AC8E19E86B9}"/>
              </a:ext>
            </a:extLst>
          </p:cNvPr>
          <p:cNvSpPr>
            <a:spLocks xmlns:a="http://schemas.openxmlformats.org/drawingml/2006/main" noGrp="1"/>
          </p:cNvSpPr>
          <p:nvPr/>
        </p:nvSpPr>
        <p:spPr>
          <a:xfrm xmlns:a="http://schemas.openxmlformats.org/drawingml/2006/main">
            <a:off x="4914900" y="6486525"/>
            <a:ext cx="9525" cy="9525"/>
          </a:xfrm>
          <a:prstGeom xmlns:a="http://schemas.openxmlformats.org/drawingml/2006/main" prst="rect">
            <a:avLst/>
          </a:prstGeom>
          <a:noFill xmlns:a="http://schemas.openxmlformats.org/drawingml/2006/main"/>
          <a:ln xmlns:a="http://schemas.openxmlformats.org/drawingml/2006/main" w="0">
            <a:noFill/>
            <a:prstDash val="solid"/>
          </a:ln>
        </p:spPr>
      </p:sp>
      <p:sp>
        <p:nvSpPr>
          <p:cNvPr id="97" name="auxiliary-supervision-to">
            <a:extLst xmlns:a="http://schemas.openxmlformats.org/drawingml/2006/main">
              <a:ext uri="{FF2B5EF4-FFF2-40B4-BE49-F238E27FC236}">
                <a16:creationId xmlns:a16="http://schemas.microsoft.com/office/drawing/2014/main" id="{72AEB8AC-94F2-4E1E-BD89-5BD2461FB301}"/>
              </a:ext>
            </a:extLst>
          </p:cNvPr>
          <p:cNvSpPr>
            <a:spLocks xmlns:a="http://schemas.openxmlformats.org/drawingml/2006/main" noGrp="1"/>
          </p:cNvSpPr>
          <p:nvPr/>
        </p:nvSpPr>
        <p:spPr>
          <a:xfrm xmlns:a="http://schemas.openxmlformats.org/drawingml/2006/main">
            <a:off x="5324475" y="6486525"/>
            <a:ext cx="9525" cy="9525"/>
          </a:xfrm>
          <a:prstGeom xmlns:a="http://schemas.openxmlformats.org/drawingml/2006/main" prst="rect">
            <a:avLst/>
          </a:prstGeom>
          <a:noFill xmlns:a="http://schemas.openxmlformats.org/drawingml/2006/main"/>
          <a:ln xmlns:a="http://schemas.openxmlformats.org/drawingml/2006/main" w="0">
            <a:noFill/>
            <a:prstDash val="solid"/>
          </a:ln>
        </p:spPr>
      </p:sp>
      <p:cxnSp>
        <p:nvCxnSpPr>
          <p:cNvPr id="98" name="">
            <a:extLst xmlns:a="http://schemas.openxmlformats.org/drawingml/2006/main">
              <a:ext uri="{FF2B5EF4-FFF2-40B4-BE49-F238E27FC236}">
                <a16:creationId xmlns:a16="http://schemas.microsoft.com/office/drawing/2014/main" id="{EF9B265D-9DA3-4D79-A2DE-042BB5808918}"/>
              </a:ext>
            </a:extLst>
          </p:cNvPr>
          <p:cNvCxnSpPr>
            <a:stCxn xmlns:a="http://schemas.openxmlformats.org/drawingml/2006/main" id="96" idx="3"/>
            <a:endCxn xmlns:a="http://schemas.openxmlformats.org/drawingml/2006/main" id="97" idx="1"/>
          </p:cNvCxnSpPr>
          <p:nvPr/>
        </p:nvCxnSpPr>
        <p:spPr>
          <a:xfrm xmlns:a="http://schemas.openxmlformats.org/drawingml/2006/main">
            <a:off x="4924425" y="6491288"/>
            <a:ext cx="400050" cy="0"/>
          </a:xfrm>
          <a:prstGeom xmlns:a="http://schemas.openxmlformats.org/drawingml/2006/main" prst="straightConnector1">
            <a:avLst/>
          </a:prstGeom>
          <a:ln xmlns:a="http://schemas.openxmlformats.org/drawingml/2006/main" w="25718">
            <a:solidFill>
              <a:srgbClr val="BA8D2F"/>
            </a:solidFill>
            <a:prstDash val="solid"/>
            <a:tailEnd type="triangle" w="med" len="med"/>
          </a:ln>
        </p:spPr>
      </p:cxnSp>
      <p:sp>
        <p:nvSpPr>
          <p:cNvPr id="99" name="auxiliary-supervision-label">
            <a:extLst xmlns:a="http://schemas.openxmlformats.org/drawingml/2006/main">
              <a:ext uri="{FF2B5EF4-FFF2-40B4-BE49-F238E27FC236}">
                <a16:creationId xmlns:a16="http://schemas.microsoft.com/office/drawing/2014/main" id="{5DBCA931-2478-47AC-8C5E-67169CB73D88}"/>
              </a:ext>
            </a:extLst>
          </p:cNvPr>
          <p:cNvSpPr>
            <a:spLocks xmlns:a="http://schemas.openxmlformats.org/drawingml/2006/main" noGrp="1"/>
          </p:cNvSpPr>
          <p:nvPr/>
        </p:nvSpPr>
        <p:spPr>
          <a:xfrm xmlns:a="http://schemas.openxmlformats.org/drawingml/2006/main">
            <a:off x="5429250" y="6362700"/>
            <a:ext cx="2019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172B46"/>
                </a:solidFill>
                <a:latin typeface="Arial"/>
                <a:ea typeface="Arial"/>
                <a:cs typeface="Arial"/>
              </a:defRPr>
            </a:defPPr>
          </a:lstStyle>
          <a:p xmlns:a="http://schemas.openxmlformats.org/drawingml/2006/main">
            <a:pPr algn="l">
              <a:buNone/>
              <a:defRPr sz="1125" b="0">
                <a:solidFill>
                  <a:srgbClr val="172B46"/>
                </a:solidFill>
                <a:latin typeface="Arial"/>
                <a:ea typeface="Arial"/>
                <a:cs typeface="Arial"/>
              </a:defRPr>
            </a:pPr>
            <a:r>
              <a:rPr sz="1125" b="0">
                <a:solidFill>
                  <a:srgbClr val="172B46"/>
                </a:solidFill>
                <a:latin typeface="Arial"/>
                <a:ea typeface="Arial"/>
                <a:cs typeface="Arial"/>
              </a:rPr>
              <a:t>Auxiliary supervision</a:t>
            </a:r>
          </a:p>
        </p:txBody>
      </p:sp>
      <p:sp>
        <p:nvSpPr>
          <p:cNvPr id="100" name="schematic-note">
            <a:extLst xmlns:a="http://schemas.openxmlformats.org/drawingml/2006/main">
              <a:ext uri="{FF2B5EF4-FFF2-40B4-BE49-F238E27FC236}">
                <a16:creationId xmlns:a16="http://schemas.microsoft.com/office/drawing/2014/main" id="{22A76172-B018-4EEB-A14E-FB50D6D6122C}"/>
              </a:ext>
            </a:extLst>
          </p:cNvPr>
          <p:cNvSpPr>
            <a:spLocks xmlns:a="http://schemas.openxmlformats.org/drawingml/2006/main" noGrp="1"/>
          </p:cNvSpPr>
          <p:nvPr/>
        </p:nvSpPr>
        <p:spPr>
          <a:xfrm xmlns:a="http://schemas.openxmlformats.org/drawingml/2006/main">
            <a:off x="8143875" y="6362700"/>
            <a:ext cx="38385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050" b="0">
                <a:solidFill>
                  <a:srgbClr val="172B46"/>
                </a:solidFill>
                <a:latin typeface="Arial"/>
                <a:ea typeface="Arial"/>
                <a:cs typeface="Arial"/>
              </a:defRPr>
            </a:defPPr>
          </a:lstStyle>
          <a:p xmlns:a="http://schemas.openxmlformats.org/drawingml/2006/main">
            <a:pPr algn="r">
              <a:buNone/>
              <a:defRPr sz="1050" b="0">
                <a:solidFill>
                  <a:srgbClr val="172B46"/>
                </a:solidFill>
                <a:latin typeface="Arial"/>
                <a:ea typeface="Arial"/>
                <a:cs typeface="Arial"/>
              </a:defRPr>
            </a:pPr>
            <a:r>
              <a:rPr sz="1050" b="0">
                <a:solidFill>
                  <a:srgbClr val="172B46"/>
                </a:solidFill>
                <a:latin typeface="Arial"/>
                <a:ea typeface="Arial"/>
                <a:cs typeface="Arial"/>
              </a:rPr>
              <a:t>Schematic encoder–decoder organization</a:t>
            </a:r>
          </a:p>
        </p:txBody>
      </p:sp>
      <p:sp>
        <p:nvSpPr>
          <p:cNvPr id="102" name="patch-local-coordinate-heading">
            <a:extLst xmlns:a="http://schemas.openxmlformats.org/drawingml/2006/main">
              <a:ext uri="{FF2B5EF4-FFF2-40B4-BE49-F238E27FC236}">
                <a16:creationId xmlns:a16="http://schemas.microsoft.com/office/drawing/2014/main" id="{6DAE3C8B-6283-49F4-8B4A-A5B84713D8B3}"/>
              </a:ext>
            </a:extLst>
          </p:cNvPr>
          <p:cNvSpPr>
            <a:spLocks xmlns:a="http://schemas.openxmlformats.org/drawingml/2006/main" noGrp="1"/>
          </p:cNvSpPr>
          <p:nvPr/>
        </p:nvSpPr>
        <p:spPr>
          <a:xfrm xmlns:a="http://schemas.openxmlformats.org/drawingml/2006/main">
            <a:off x="1828800" y="1362075"/>
            <a:ext cx="16764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1163" b="1">
                <a:solidFill>
                  <a:srgbClr val="172B46"/>
                </a:solidFill>
                <a:latin typeface="Arial"/>
                <a:ea typeface="Arial"/>
                <a:cs typeface="Arial"/>
              </a:defRPr>
            </a:defPPr>
          </a:lstStyle>
          <a:p xmlns:a="http://schemas.openxmlformats.org/drawingml/2006/main">
            <a:pPr algn="ctr">
              <a:buNone/>
              <a:defRPr sz="1163" b="1">
                <a:solidFill>
                  <a:srgbClr val="172B46"/>
                </a:solidFill>
                <a:latin typeface="Arial"/>
                <a:ea typeface="Arial"/>
                <a:cs typeface="Arial"/>
              </a:defRPr>
            </a:pPr>
            <a:r>
              <a:rPr sz="1163" b="1">
                <a:solidFill>
                  <a:srgbClr val="172B46"/>
                </a:solidFill>
                <a:latin typeface="Arial"/>
                <a:ea typeface="Arial"/>
                <a:cs typeface="Arial"/>
              </a:rPr>
              <a:t>Patch-local coordinates</a:t>
            </a:r>
          </a:p>
        </p:txBody>
      </p:sp>
      <p:pic>
        <p:nvPicPr>
          <p:cNvPr id="103" name="">
            <a:extLst xmlns:a="http://schemas.openxmlformats.org/drawingml/2006/main">
              <a:ext uri="{FF2B5EF4-FFF2-40B4-BE49-F238E27FC236}">
                <a16:creationId xmlns:a16="http://schemas.microsoft.com/office/drawing/2014/main" id="{B694CCDE-E4B7-47F9-B205-C3EBFBA2A9E4}"/>
              </a:ext>
            </a:extLst>
          </p:cNvPr>
          <p:cNvPicPr>
            <a:picLocks xmlns:a="http://schemas.openxmlformats.org/drawingml/2006/main" noChangeAspect="1"/>
          </p:cNvPicPr>
          <p:nvPr/>
        </p:nvPicPr>
        <p:blipFill>
          <a:blip xmlns:r="http://schemas.openxmlformats.org/officeDocument/2006/relationships" xmlns:a="http://schemas.openxmlformats.org/drawingml/2006/main" r:embed="Rd64a3bbdaec54f39"/>
          <a:stretch xmlns:a="http://schemas.openxmlformats.org/drawingml/2006/main"/>
        </p:blipFill>
        <p:spPr>
          <a:xfrm xmlns:a="http://schemas.openxmlformats.org/drawingml/2006/main">
            <a:off x="2018252" y="1657350"/>
            <a:ext cx="1307020" cy="3790950"/>
          </a:xfrm>
          <a:prstGeom xmlns:a="http://schemas.openxmlformats.org/drawingml/2006/main" prst="rect">
            <a:avLst/>
          </a:prstGeom>
        </p:spPr>
      </p:pic>
      <p:sp>
        <p:nvSpPr>
          <p:cNvPr id="104" name="coordinate-width-label">
            <a:extLst xmlns:a="http://schemas.openxmlformats.org/drawingml/2006/main">
              <a:ext uri="{FF2B5EF4-FFF2-40B4-BE49-F238E27FC236}">
                <a16:creationId xmlns:a16="http://schemas.microsoft.com/office/drawing/2014/main" id="{8BE0232C-3802-46C9-9C4E-BDA5236732D9}"/>
              </a:ext>
            </a:extLst>
          </p:cNvPr>
          <p:cNvSpPr>
            <a:spLocks xmlns:a="http://schemas.openxmlformats.org/drawingml/2006/main" noGrp="1"/>
          </p:cNvSpPr>
          <p:nvPr/>
        </p:nvSpPr>
        <p:spPr>
          <a:xfrm xmlns:a="http://schemas.openxmlformats.org/drawingml/2006/main">
            <a:off x="2905125" y="3114675"/>
            <a:ext cx="314325" cy="219075"/>
          </a:xfrm>
          <a:prstGeom xmlns:a="http://schemas.openxmlformats.org/drawingml/2006/main" prst="rect">
            <a:avLst/>
          </a:prstGeom>
          <a:solidFill xmlns:a="http://schemas.openxmlformats.org/drawingml/2006/main">
            <a:srgbClr val="BCD7E8"/>
          </a:solidFill>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1125" b="1">
                <a:solidFill>
                  <a:srgbClr val="000000"/>
                </a:solidFill>
                <a:latin typeface="Arial"/>
                <a:ea typeface="Arial"/>
                <a:cs typeface="Arial"/>
              </a:defRPr>
            </a:defPPr>
          </a:lstStyle>
          <a:p xmlns:a="http://schemas.openxmlformats.org/drawingml/2006/main">
            <a:pPr algn="ctr">
              <a:defRPr sz="1125" b="1">
                <a:solidFill>
                  <a:srgbClr val="000000"/>
                </a:solidFill>
                <a:latin typeface="Arial"/>
                <a:ea typeface="Arial"/>
                <a:cs typeface="Arial"/>
              </a:defRPr>
            </a:pPr>
            <a:r>
              <a:rPr sz="1125" b="1">
                <a:solidFill>
                  <a:srgbClr val="000000"/>
                </a:solidFill>
                <a:latin typeface="Arial"/>
                <a:ea typeface="Arial"/>
                <a:cs typeface="Arial"/>
              </a:rPr>
              <a:t>Cy</a:t>
            </a:r>
          </a:p>
        </p:txBody>
      </p:sp>
      <p:sp>
        <p:nvSpPr>
          <p:cNvPr id="105" name="coordinate-height-label">
            <a:extLst xmlns:a="http://schemas.openxmlformats.org/drawingml/2006/main">
              <a:ext uri="{FF2B5EF4-FFF2-40B4-BE49-F238E27FC236}">
                <a16:creationId xmlns:a16="http://schemas.microsoft.com/office/drawing/2014/main" id="{1A54C2B6-60E6-42E4-99B0-FAD823B63BF2}"/>
              </a:ext>
            </a:extLst>
          </p:cNvPr>
          <p:cNvSpPr>
            <a:spLocks xmlns:a="http://schemas.openxmlformats.org/drawingml/2006/main" noGrp="1"/>
          </p:cNvSpPr>
          <p:nvPr/>
        </p:nvSpPr>
        <p:spPr>
          <a:xfrm xmlns:a="http://schemas.openxmlformats.org/drawingml/2006/main">
            <a:off x="2905125" y="3886200"/>
            <a:ext cx="314325" cy="219075"/>
          </a:xfrm>
          <a:prstGeom xmlns:a="http://schemas.openxmlformats.org/drawingml/2006/main" prst="rect">
            <a:avLst/>
          </a:prstGeom>
          <a:solidFill xmlns:a="http://schemas.openxmlformats.org/drawingml/2006/main">
            <a:srgbClr val="BCD7E8"/>
          </a:solidFill>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defPPr algn="ctr">
              <a:defRPr sz="1125" b="1">
                <a:solidFill>
                  <a:srgbClr val="000000"/>
                </a:solidFill>
                <a:latin typeface="Arial"/>
                <a:ea typeface="Arial"/>
                <a:cs typeface="Arial"/>
              </a:defRPr>
            </a:defPPr>
          </a:lstStyle>
          <a:p xmlns:a="http://schemas.openxmlformats.org/drawingml/2006/main">
            <a:pPr algn="ctr">
              <a:defRPr sz="1125" b="1">
                <a:solidFill>
                  <a:srgbClr val="000000"/>
                </a:solidFill>
                <a:latin typeface="Arial"/>
                <a:ea typeface="Arial"/>
                <a:cs typeface="Arial"/>
              </a:defRPr>
            </a:pPr>
            <a:r>
              <a:rPr sz="1125" b="1">
                <a:solidFill>
                  <a:srgbClr val="000000"/>
                </a:solidFill>
                <a:latin typeface="Arial"/>
                <a:ea typeface="Arial"/>
                <a:cs typeface="Arial"/>
              </a:rPr>
              <a:t>Cx</a:t>
            </a:r>
          </a:p>
        </p:txBody>
      </p:sp>
    </p:spTree>
    <p:extLst>
      <p:ext uri="{BB962C8B-B14F-4D97-AF65-F5344CB8AC3E}">
        <p14:creationId xmlns:p14="http://schemas.microsoft.com/office/powerpoint/2010/main" val="1266657339"/>
      </p:ext>
    </p:extLst>
  </p:cSld>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2026-10-09T06:38:49.3870000Z</dcterms:created>
  <dcterms:modified xsi:type="dcterms:W3CDTF">2026-10-09T06:38:49.3870000Z</dcterms:modified>
</coreProperties>
</file>